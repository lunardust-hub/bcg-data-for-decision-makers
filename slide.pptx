
<file path=[Content_Types].xml><?xml version="1.0" encoding="utf-8"?>
<Types xmlns="http://schemas.openxmlformats.org/package/2006/content-types">
  <Default Extension="xml" ContentType="application/xml"/>
  <Default Extension="jpeg" ContentType="image/jpeg"/>
  <Default Extension="JPG" ContentType="image/.jpg"/>
  <Default Extension="vml" ContentType="application/vnd.openxmlformats-officedocument.vmlDrawing"/>
  <Default Extension="bin" ContentType="application/vnd.openxmlformats-officedocument.oleObject"/>
  <Default Extension="emf" ContentType="image/x-emf"/>
  <Default Extension="png" ContentType="image/png"/>
  <Default Extension="rels" ContentType="application/vnd.openxmlformats-package.relationships+xml"/>
  <Override PartName="/customXml/itemProps90.xml" ContentType="application/vnd.openxmlformats-officedocument.customXmlProperties+xml"/>
  <Override PartName="/customXml/itemProps91.xml" ContentType="application/vnd.openxmlformats-officedocument.customXmlProperties+xml"/>
  <Override PartName="/customXml/itemProps92.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3.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autoCompressPictures="0">
  <p:sldMasterIdLst>
    <p:sldMasterId id="2147483648" r:id="rId1"/>
  </p:sldMasterIdLst>
  <p:notesMasterIdLst>
    <p:notesMasterId r:id="rId4"/>
  </p:notesMasterIdLst>
  <p:handoutMasterIdLst>
    <p:handoutMasterId r:id="rId5"/>
  </p:handoutMasterIdLst>
  <p:sldIdLst>
    <p:sldId id="338" r:id="rId3"/>
  </p:sldIdLst>
  <p:sldSz cx="12192000" cy="6858000"/>
  <p:notesSz cx="6950075" cy="9236075"/>
  <p:custShowLst>
    <p:custShow name="Format Guide Workshop" id="0">
      <p:sldLst/>
    </p:custShow>
  </p:custShowLst>
  <p:custDataLst>
    <p:tags r:id="rId1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70782F0-208F-5F22-BC4E-8938E8BAC7FC}" name="Schupe, Laura" initials="SL" userId="Schupe, Laura"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1" autoAdjust="0"/>
    <p:restoredTop sz="96323" autoAdjust="0"/>
  </p:normalViewPr>
  <p:slideViewPr>
    <p:cSldViewPr snapToGrid="0" showGuides="1">
      <p:cViewPr varScale="1">
        <p:scale>
          <a:sx n="64" d="100"/>
          <a:sy n="64" d="100"/>
        </p:scale>
        <p:origin x="52" y="548"/>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p:cViewPr>
        <p:scale>
          <a:sx n="75" d="100"/>
          <a:sy n="75" d="100"/>
        </p:scale>
        <p:origin x="2574" y="444"/>
      </p:cViewPr>
      <p:guideLst/>
    </p:cSldViewPr>
  </p:notesViewPr>
  <p:gridSpacing cx="76200" cy="76200"/>
</p:viewPr>
</file>

<file path=ppt/_rels/presentation.xml.rels><?xml version="1.0" encoding="UTF-8" standalone="yes"?>
<Relationships xmlns="http://schemas.openxmlformats.org/package/2006/relationships"><Relationship Id="rId9" Type="http://schemas.microsoft.com/office/2018/10/relationships/authors" Target="authors.xml"/><Relationship Id="rId8" Type="http://schemas.openxmlformats.org/officeDocument/2006/relationships/tableStyles" Target="tableStyles.xml"/><Relationship Id="rId7" Type="http://schemas.openxmlformats.org/officeDocument/2006/relationships/viewProps" Target="viewProps.xml"/><Relationship Id="rId6" Type="http://schemas.openxmlformats.org/officeDocument/2006/relationships/presProps" Target="presProps.xml"/><Relationship Id="rId5" Type="http://schemas.openxmlformats.org/officeDocument/2006/relationships/handoutMaster" Target="handoutMasters/handoutMaster1.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3" Type="http://schemas.openxmlformats.org/officeDocument/2006/relationships/tags" Target="tags/tag93.xml"/><Relationship Id="rId12" Type="http://schemas.openxmlformats.org/officeDocument/2006/relationships/customXml" Target="../customXml/item3.xml"/><Relationship Id="rId11" Type="http://schemas.openxmlformats.org/officeDocument/2006/relationships/customXml" Target="../customXml/item2.xml"/><Relationship Id="rId10" Type="http://schemas.openxmlformats.org/officeDocument/2006/relationships/customXml" Target="../customXml/item1.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4" Type="http://schemas.microsoft.com/office/2011/relationships/chartColorStyle" Target="colors1.xml"/><Relationship Id="rId3" Type="http://schemas.microsoft.com/office/2011/relationships/chartStyle" Target="style1.xml"/><Relationship Id="rId2" Type="http://schemas.openxmlformats.org/officeDocument/2006/relationships/themeOverride" Target="../theme/themeOverride1.xml"/><Relationship Id="rId1" Type="http://schemas.openxmlformats.org/officeDocument/2006/relationships/oleObject" Target="file:///C:\Users\HUAWEI\Downloads\Campaign_Data_Week1.xlsx" TargetMode="External"/></Relationships>
</file>

<file path=ppt/charts/_rels/chart2.xml.rels><?xml version="1.0" encoding="UTF-8" standalone="yes"?>
<Relationships xmlns="http://schemas.openxmlformats.org/package/2006/relationships"><Relationship Id="rId4" Type="http://schemas.microsoft.com/office/2011/relationships/chartColorStyle" Target="colors2.xml"/><Relationship Id="rId3" Type="http://schemas.microsoft.com/office/2011/relationships/chartStyle" Target="style2.xml"/><Relationship Id="rId2" Type="http://schemas.openxmlformats.org/officeDocument/2006/relationships/themeOverride" Target="../theme/themeOverride2.xml"/><Relationship Id="rId1" Type="http://schemas.openxmlformats.org/officeDocument/2006/relationships/oleObject" Target="file:///C:\Users\HUAWEI\Downloads\Campaign_Data_Week1.xlsx" TargetMode="External"/></Relationships>
</file>

<file path=ppt/charts/_rels/chart3.xml.rels><?xml version="1.0" encoding="UTF-8" standalone="yes"?>
<Relationships xmlns="http://schemas.openxmlformats.org/package/2006/relationships"><Relationship Id="rId4" Type="http://schemas.microsoft.com/office/2011/relationships/chartColorStyle" Target="colors3.xml"/><Relationship Id="rId3" Type="http://schemas.microsoft.com/office/2011/relationships/chartStyle" Target="style3.xml"/><Relationship Id="rId2" Type="http://schemas.openxmlformats.org/officeDocument/2006/relationships/themeOverride" Target="../theme/themeOverride3.xml"/><Relationship Id="rId1" Type="http://schemas.openxmlformats.org/officeDocument/2006/relationships/oleObject" Target="file:///C:\Users\HUAWEI\Downloads\Campaign_Data_Week1%20(1).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pivotSource>
    <c:name>[Campaign_Data_Week1.xlsx]Sheet1!数据透视表1</c:name>
    <c:fmtId val="-1"/>
  </c:pivotSource>
  <c:chart>
    <c:title>
      <c:tx>
        <c:rich>
          <a:bodyPr rot="0" spcFirstLastPara="0" vertOverflow="ellipsis" vert="horz" wrap="square" anchor="ctr" anchorCtr="1" forceAA="0"/>
          <a:lstStyle/>
          <a:p>
            <a:pPr>
              <a:defRPr lang="zh-CN" sz="1400" b="0" i="0" u="none" strike="noStrike" kern="1200" baseline="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lang="en-US" altLang="zh-CN"/>
              <a:t>Campaign A + Email Drives Highest New Customer Sales</a:t>
            </a:r>
            <a:endParaRPr lang="en-US" altLang="zh-CN"/>
          </a:p>
        </c:rich>
      </c:tx>
      <c:layout>
        <c:manualLayout>
          <c:xMode val="edge"/>
          <c:yMode val="edge"/>
          <c:x val="0.102958885257182"/>
          <c:y val="0.0338887319966111"/>
        </c:manualLayout>
      </c:layout>
      <c:overlay val="0"/>
      <c:spPr>
        <a:noFill/>
        <a:ln>
          <a:noFill/>
        </a:ln>
        <a:effectLst/>
      </c:spPr>
    </c:title>
    <c:autoTitleDeleted val="0"/>
    <c:plotArea>
      <c:layout/>
      <c:barChart>
        <c:barDir val="col"/>
        <c:grouping val="clustered"/>
        <c:varyColors val="0"/>
        <c:ser>
          <c:idx val="0"/>
          <c:order val="0"/>
          <c:tx>
            <c:strRef>
              <c:f>[Campaign_Data_Week1.xlsx]Sheet1!$B$3:$B$4</c:f>
              <c:strCache>
                <c:ptCount val="1"/>
                <c:pt idx="0">
                  <c:v>Email</c:v>
                </c:pt>
              </c:strCache>
            </c:strRef>
          </c:tx>
          <c:spPr>
            <a:solidFill>
              <a:schemeClr val="accent1"/>
            </a:solidFill>
            <a:ln>
              <a:noFill/>
            </a:ln>
            <a:effectLst/>
          </c:spPr>
          <c:invertIfNegative val="0"/>
          <c:dLbls>
            <c:numFmt formatCode="General" sourceLinked="1"/>
            <c:spPr>
              <a:noFill/>
              <a:ln>
                <a:noFill/>
              </a:ln>
              <a:effectLst/>
            </c:spPr>
            <c:txPr>
              <a:bodyPr rot="0" spcFirstLastPara="0" vertOverflow="ellipsis" vert="horz" wrap="square" lIns="38100" tIns="19050" rIns="38100" bIns="19050" anchor="ctr" anchorCtr="1" forceAA="0"/>
              <a:lstStyle/>
              <a:p>
                <a:pPr>
                  <a:defRPr lang="zh-CN" sz="900" b="0" i="0" u="none" strike="noStrike" kern="1200" baseline="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[Campaign_Data_Week1.xlsx]Sheet1!$A$5:$A$7</c:f>
              <c:strCache>
                <c:ptCount val="2"/>
                <c:pt idx="0">
                  <c:v>A</c:v>
                </c:pt>
                <c:pt idx="1">
                  <c:v>B</c:v>
                </c:pt>
              </c:strCache>
            </c:strRef>
          </c:cat>
          <c:val>
            <c:numRef>
              <c:f>[Campaign_Data_Week1.xlsx]Sheet1!$B$5:$B$7</c:f>
              <c:numCache>
                <c:formatCode>General</c:formatCode>
                <c:ptCount val="2"/>
                <c:pt idx="0">
                  <c:v>2124.47</c:v>
                </c:pt>
                <c:pt idx="1">
                  <c:v>1382.38</c:v>
                </c:pt>
              </c:numCache>
            </c:numRef>
          </c:val>
        </c:ser>
        <c:ser>
          <c:idx val="1"/>
          <c:order val="1"/>
          <c:tx>
            <c:strRef>
              <c:f>[Campaign_Data_Week1.xlsx]Sheet1!$C$3:$C$4</c:f>
              <c:strCache>
                <c:ptCount val="1"/>
                <c:pt idx="0">
                  <c:v>Instagram</c:v>
                </c:pt>
              </c:strCache>
            </c:strRef>
          </c:tx>
          <c:spPr>
            <a:solidFill>
              <a:schemeClr val="accent2"/>
            </a:solidFill>
            <a:ln>
              <a:noFill/>
            </a:ln>
            <a:effectLst/>
          </c:spPr>
          <c:invertIfNegative val="0"/>
          <c:dLbls>
            <c:numFmt formatCode="General" sourceLinked="1"/>
            <c:spPr>
              <a:noFill/>
              <a:ln>
                <a:noFill/>
              </a:ln>
              <a:effectLst/>
            </c:spPr>
            <c:txPr>
              <a:bodyPr rot="0" spcFirstLastPara="0" vertOverflow="ellipsis" vert="horz" wrap="square" lIns="38100" tIns="19050" rIns="38100" bIns="19050" anchor="ctr" anchorCtr="1" forceAA="0"/>
              <a:lstStyle/>
              <a:p>
                <a:pPr>
                  <a:defRPr lang="zh-CN" sz="900" b="0" i="0" u="none" strike="noStrike" kern="1200" baseline="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[Campaign_Data_Week1.xlsx]Sheet1!$A$5:$A$7</c:f>
              <c:strCache>
                <c:ptCount val="2"/>
                <c:pt idx="0">
                  <c:v>A</c:v>
                </c:pt>
                <c:pt idx="1">
                  <c:v>B</c:v>
                </c:pt>
              </c:strCache>
            </c:strRef>
          </c:cat>
          <c:val>
            <c:numRef>
              <c:f>[Campaign_Data_Week1.xlsx]Sheet1!$C$5:$C$7</c:f>
              <c:numCache>
                <c:formatCode>General</c:formatCode>
                <c:ptCount val="2"/>
                <c:pt idx="0">
                  <c:v>969.46</c:v>
                </c:pt>
                <c:pt idx="1">
                  <c:v>416.14</c:v>
                </c:pt>
              </c:numCache>
            </c:numRef>
          </c:val>
        </c:ser>
        <c:ser>
          <c:idx val="2"/>
          <c:order val="2"/>
          <c:tx>
            <c:strRef>
              <c:f>[Campaign_Data_Week1.xlsx]Sheet1!$D$3:$D$4</c:f>
              <c:strCache>
                <c:ptCount val="1"/>
                <c:pt idx="0">
                  <c:v>Web Banner</c:v>
                </c:pt>
              </c:strCache>
            </c:strRef>
          </c:tx>
          <c:spPr>
            <a:solidFill>
              <a:schemeClr val="accent3"/>
            </a:solidFill>
            <a:ln>
              <a:noFill/>
            </a:ln>
            <a:effectLst/>
          </c:spPr>
          <c:invertIfNegative val="0"/>
          <c:dLbls>
            <c:numFmt formatCode="General" sourceLinked="1"/>
            <c:spPr>
              <a:noFill/>
              <a:ln>
                <a:noFill/>
              </a:ln>
              <a:effectLst/>
            </c:spPr>
            <c:txPr>
              <a:bodyPr rot="0" spcFirstLastPara="0" vertOverflow="ellipsis" vert="horz" wrap="square" lIns="38100" tIns="19050" rIns="38100" bIns="19050" anchor="ctr" anchorCtr="1" forceAA="0"/>
              <a:lstStyle/>
              <a:p>
                <a:pPr>
                  <a:defRPr lang="zh-CN" sz="900" b="0" i="0" u="none" strike="noStrike" kern="1200" baseline="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[Campaign_Data_Week1.xlsx]Sheet1!$A$5:$A$7</c:f>
              <c:strCache>
                <c:ptCount val="2"/>
                <c:pt idx="0">
                  <c:v>A</c:v>
                </c:pt>
                <c:pt idx="1">
                  <c:v>B</c:v>
                </c:pt>
              </c:strCache>
            </c:strRef>
          </c:cat>
          <c:val>
            <c:numRef>
              <c:f>[Campaign_Data_Week1.xlsx]Sheet1!$D$5:$D$7</c:f>
              <c:numCache>
                <c:formatCode>General</c:formatCode>
                <c:ptCount val="2"/>
                <c:pt idx="0">
                  <c:v>633.06</c:v>
                </c:pt>
                <c:pt idx="1">
                  <c:v>318.92</c:v>
                </c:pt>
              </c:numCache>
            </c:numRef>
          </c:val>
        </c:ser>
        <c:dLbls>
          <c:showLegendKey val="0"/>
          <c:showVal val="1"/>
          <c:showCatName val="0"/>
          <c:showSerName val="0"/>
          <c:showPercent val="0"/>
          <c:showBubbleSize val="0"/>
        </c:dLbls>
        <c:gapWidth val="260"/>
        <c:overlap val="-32"/>
        <c:axId val="75599761"/>
        <c:axId val="979622386"/>
      </c:barChart>
      <c:catAx>
        <c:axId val="75599761"/>
        <c:scaling>
          <c:orientation val="minMax"/>
        </c:scaling>
        <c:delete val="0"/>
        <c:axPos val="b"/>
        <c:numFmt formatCode="General" sourceLinked="1"/>
        <c:majorTickMark val="out"/>
        <c:minorTickMark val="none"/>
        <c:tickLblPos val="nextTo"/>
        <c:spPr>
          <a:noFill/>
          <a:ln w="6350" cap="flat" cmpd="sng" algn="ctr">
            <a:solidFill>
              <a:schemeClr val="accent1">
                <a:alpha val="25000"/>
              </a:schemeClr>
            </a:solidFill>
            <a:round/>
          </a:ln>
          <a:effectLst/>
        </c:spPr>
        <c:txPr>
          <a:bodyPr rot="-60000000" spcFirstLastPara="0" vertOverflow="ellipsis" vert="horz" wrap="square" anchor="ctr" anchorCtr="1" forceAA="0"/>
          <a:lstStyle/>
          <a:p>
            <a:pPr>
              <a:defRPr lang="zh-CN" sz="900" b="0" i="0" u="none" strike="noStrike" kern="1200" baseline="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crossAx val="979622386"/>
        <c:crosses val="autoZero"/>
        <c:auto val="1"/>
        <c:lblAlgn val="ctr"/>
        <c:lblOffset val="100"/>
        <c:noMultiLvlLbl val="0"/>
      </c:catAx>
      <c:valAx>
        <c:axId val="979622386"/>
        <c:scaling>
          <c:orientation val="minMax"/>
        </c:scaling>
        <c:delete val="1"/>
        <c:axPos val="l"/>
        <c:majorGridlines>
          <c:spPr>
            <a:ln w="6350" cap="flat" cmpd="sng" algn="ctr">
              <a:solidFill>
                <a:schemeClr val="tx1">
                  <a:lumMod val="50000"/>
                  <a:lumOff val="50000"/>
                  <a:alpha val="25000"/>
                </a:schemeClr>
              </a:solidFill>
              <a:round/>
            </a:ln>
            <a:effectLst/>
          </c:spPr>
        </c:majorGridlines>
        <c:numFmt formatCode="General" sourceLinked="1"/>
        <c:majorTickMark val="out"/>
        <c:minorTickMark val="none"/>
        <c:tickLblPos val="nextTo"/>
        <c:txPr>
          <a:bodyPr rot="-60000000" spcFirstLastPara="0" vertOverflow="ellipsis" vert="horz" wrap="square" anchor="ctr" anchorCtr="1" forceAA="0"/>
          <a:lstStyle/>
          <a:p>
            <a:pPr>
              <a:defRPr lang="zh-CN" sz="900" b="0" i="0" u="none" strike="noStrike" kern="1200" baseline="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crossAx val="75599761"/>
        <c:crosses val="autoZero"/>
        <c:crossBetween val="between"/>
      </c:valAx>
      <c:spPr>
        <a:noFill/>
        <a:ln>
          <a:noFill/>
        </a:ln>
        <a:effectLst/>
      </c:spPr>
    </c:plotArea>
    <c:legend>
      <c:legendPos val="t"/>
      <c:layout/>
      <c:overlay val="0"/>
      <c:spPr>
        <a:noFill/>
        <a:ln>
          <a:noFill/>
        </a:ln>
        <a:effectLst/>
      </c:spPr>
      <c:txPr>
        <a:bodyPr rot="0" spcFirstLastPara="0" vertOverflow="ellipsis" vert="horz" wrap="square" anchor="ctr" anchorCtr="1" forceAA="0"/>
        <a:lstStyle/>
        <a:p>
          <a:pPr>
            <a:defRPr lang="zh-CN" sz="900" b="0" i="0" u="none" strike="noStrike" kern="1200" baseline="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legend>
    <c:plotVisOnly val="1"/>
    <c:dispBlanksAs val="gap"/>
    <c:showDLblsOverMax val="0"/>
    <c:extLst>
      <c:ext uri="{0b15fc19-7d7d-44ad-8c2d-2c3a37ce22c3}">
        <chartProps xmlns="https://web.wps.cn/et/2018/main" chartId="{0d6bf478-3a30-40ab-9ddd-981210fa4e8b}"/>
      </c:ext>
    </c:extLst>
  </c:chart>
  <c:spPr>
    <a:solidFill>
      <a:schemeClr val="bg1"/>
    </a:solidFill>
    <a:ln w="6350" cap="flat" cmpd="sng" algn="ctr">
      <a:solidFill>
        <a:schemeClr val="tx1">
          <a:lumMod val="50000"/>
          <a:lumOff val="50000"/>
          <a:alpha val="25000"/>
        </a:schemeClr>
      </a:solidFill>
      <a:round/>
    </a:ln>
    <a:effectLst/>
  </c:spPr>
  <c:txPr>
    <a:bodyPr/>
    <a:lstStyle/>
    <a:p>
      <a:pPr>
        <a:defRPr lang="zh-CN" sz="9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pivotSource>
    <c:name>[Campaign_Data_Week1.xlsx]Sheet1!数据透视表1</c:name>
    <c:fmtId val="-1"/>
  </c:pivotSource>
  <c:chart>
    <c:title>
      <c:tx>
        <c:rich>
          <a:bodyPr rot="0" spcFirstLastPara="0" vertOverflow="ellipsis" vert="horz" wrap="square" anchor="ctr" anchorCtr="1" forceAA="0"/>
          <a:lstStyle/>
          <a:p>
            <a:pPr>
              <a:defRPr lang="zh-CN" sz="1400" b="0" i="0" u="none" strike="noStrike" kern="1200" baseline="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lang="en-US" altLang="zh-CN"/>
              <a:t>Overall Sales Overview</a:t>
            </a:r>
            <a:endParaRPr lang="en-US" altLang="zh-CN"/>
          </a:p>
        </c:rich>
      </c:tx>
      <c:layout/>
      <c:overlay val="0"/>
      <c:spPr>
        <a:noFill/>
        <a:ln>
          <a:noFill/>
        </a:ln>
        <a:effectLst/>
      </c:spPr>
    </c:title>
    <c:autoTitleDeleted val="0"/>
    <c:plotArea>
      <c:layout/>
      <c:barChart>
        <c:barDir val="col"/>
        <c:grouping val="clustered"/>
        <c:varyColors val="0"/>
        <c:ser>
          <c:idx val="0"/>
          <c:order val="0"/>
          <c:tx>
            <c:strRef>
              <c:f>[Campaign_Data_Week1.xlsx]Sheet1!$B$3:$B$4</c:f>
              <c:strCache>
                <c:ptCount val="1"/>
                <c:pt idx="0">
                  <c:v>Email</c:v>
                </c:pt>
              </c:strCache>
            </c:strRef>
          </c:tx>
          <c:spPr>
            <a:solidFill>
              <a:schemeClr val="accent1"/>
            </a:solidFill>
            <a:ln>
              <a:noFill/>
            </a:ln>
            <a:effectLst/>
          </c:spPr>
          <c:invertIfNegative val="0"/>
          <c:dLbls>
            <c:numFmt formatCode="General" sourceLinked="1"/>
            <c:spPr>
              <a:noFill/>
              <a:ln>
                <a:noFill/>
              </a:ln>
              <a:effectLst/>
            </c:spPr>
            <c:txPr>
              <a:bodyPr rot="0" spcFirstLastPara="0" vertOverflow="ellipsis" vert="horz" wrap="square" lIns="38100" tIns="19050" rIns="38100" bIns="19050" anchor="ctr" anchorCtr="1" forceAA="0"/>
              <a:lstStyle/>
              <a:p>
                <a:pPr>
                  <a:defRPr lang="zh-CN" sz="900" b="0" i="0" u="none" strike="noStrike" kern="1200" baseline="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[Campaign_Data_Week1.xlsx]Sheet1!$A$5:$A$7</c:f>
              <c:strCache>
                <c:ptCount val="2"/>
                <c:pt idx="0">
                  <c:v>A</c:v>
                </c:pt>
                <c:pt idx="1">
                  <c:v>B</c:v>
                </c:pt>
              </c:strCache>
            </c:strRef>
          </c:cat>
          <c:val>
            <c:numRef>
              <c:f>[Campaign_Data_Week1.xlsx]Sheet1!$B$5:$B$7</c:f>
              <c:numCache>
                <c:formatCode>General</c:formatCode>
                <c:ptCount val="2"/>
                <c:pt idx="0">
                  <c:v>2952.37</c:v>
                </c:pt>
                <c:pt idx="1">
                  <c:v>4956.94</c:v>
                </c:pt>
              </c:numCache>
            </c:numRef>
          </c:val>
        </c:ser>
        <c:ser>
          <c:idx val="1"/>
          <c:order val="1"/>
          <c:tx>
            <c:strRef>
              <c:f>[Campaign_Data_Week1.xlsx]Sheet1!$C$3:$C$4</c:f>
              <c:strCache>
                <c:ptCount val="1"/>
                <c:pt idx="0">
                  <c:v>Instagram</c:v>
                </c:pt>
              </c:strCache>
            </c:strRef>
          </c:tx>
          <c:spPr>
            <a:solidFill>
              <a:schemeClr val="accent2"/>
            </a:solidFill>
            <a:ln>
              <a:noFill/>
            </a:ln>
            <a:effectLst/>
          </c:spPr>
          <c:invertIfNegative val="0"/>
          <c:dLbls>
            <c:numFmt formatCode="General" sourceLinked="1"/>
            <c:spPr>
              <a:noFill/>
              <a:ln>
                <a:noFill/>
              </a:ln>
              <a:effectLst/>
            </c:spPr>
            <c:txPr>
              <a:bodyPr rot="0" spcFirstLastPara="0" vertOverflow="ellipsis" vert="horz" wrap="square" lIns="38100" tIns="19050" rIns="38100" bIns="19050" anchor="ctr" anchorCtr="1" forceAA="0"/>
              <a:lstStyle/>
              <a:p>
                <a:pPr>
                  <a:defRPr lang="zh-CN" sz="900" b="0" i="0" u="none" strike="noStrike" kern="1200" baseline="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[Campaign_Data_Week1.xlsx]Sheet1!$A$5:$A$7</c:f>
              <c:strCache>
                <c:ptCount val="2"/>
                <c:pt idx="0">
                  <c:v>A</c:v>
                </c:pt>
                <c:pt idx="1">
                  <c:v>B</c:v>
                </c:pt>
              </c:strCache>
            </c:strRef>
          </c:cat>
          <c:val>
            <c:numRef>
              <c:f>[Campaign_Data_Week1.xlsx]Sheet1!$C$5:$C$7</c:f>
              <c:numCache>
                <c:formatCode>General</c:formatCode>
                <c:ptCount val="2"/>
                <c:pt idx="0">
                  <c:v>2162.9</c:v>
                </c:pt>
                <c:pt idx="1">
                  <c:v>1710.51</c:v>
                </c:pt>
              </c:numCache>
            </c:numRef>
          </c:val>
        </c:ser>
        <c:ser>
          <c:idx val="2"/>
          <c:order val="2"/>
          <c:tx>
            <c:strRef>
              <c:f>[Campaign_Data_Week1.xlsx]Sheet1!$D$3:$D$4</c:f>
              <c:strCache>
                <c:ptCount val="1"/>
                <c:pt idx="0">
                  <c:v>Web Banner</c:v>
                </c:pt>
              </c:strCache>
            </c:strRef>
          </c:tx>
          <c:spPr>
            <a:solidFill>
              <a:schemeClr val="accent3"/>
            </a:solidFill>
            <a:ln>
              <a:noFill/>
            </a:ln>
            <a:effectLst/>
          </c:spPr>
          <c:invertIfNegative val="0"/>
          <c:dLbls>
            <c:numFmt formatCode="General" sourceLinked="1"/>
            <c:spPr>
              <a:noFill/>
              <a:ln>
                <a:noFill/>
              </a:ln>
              <a:effectLst/>
            </c:spPr>
            <c:txPr>
              <a:bodyPr rot="0" spcFirstLastPara="0" vertOverflow="ellipsis" vert="horz" wrap="square" lIns="38100" tIns="19050" rIns="38100" bIns="19050" anchor="ctr" anchorCtr="1" forceAA="0"/>
              <a:lstStyle/>
              <a:p>
                <a:pPr>
                  <a:defRPr lang="zh-CN" sz="900" b="0" i="0" u="none" strike="noStrike" kern="1200" baseline="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[Campaign_Data_Week1.xlsx]Sheet1!$A$5:$A$7</c:f>
              <c:strCache>
                <c:ptCount val="2"/>
                <c:pt idx="0">
                  <c:v>A</c:v>
                </c:pt>
                <c:pt idx="1">
                  <c:v>B</c:v>
                </c:pt>
              </c:strCache>
            </c:strRef>
          </c:cat>
          <c:val>
            <c:numRef>
              <c:f>[Campaign_Data_Week1.xlsx]Sheet1!$D$5:$D$7</c:f>
              <c:numCache>
                <c:formatCode>General</c:formatCode>
                <c:ptCount val="2"/>
                <c:pt idx="0">
                  <c:v>754.29</c:v>
                </c:pt>
                <c:pt idx="1">
                  <c:v>2122.59</c:v>
                </c:pt>
              </c:numCache>
            </c:numRef>
          </c:val>
        </c:ser>
        <c:dLbls>
          <c:showLegendKey val="0"/>
          <c:showVal val="1"/>
          <c:showCatName val="0"/>
          <c:showSerName val="0"/>
          <c:showPercent val="0"/>
          <c:showBubbleSize val="0"/>
        </c:dLbls>
        <c:gapWidth val="260"/>
        <c:overlap val="-32"/>
        <c:axId val="75599761"/>
        <c:axId val="979622386"/>
      </c:barChart>
      <c:catAx>
        <c:axId val="75599761"/>
        <c:scaling>
          <c:orientation val="minMax"/>
        </c:scaling>
        <c:delete val="0"/>
        <c:axPos val="b"/>
        <c:numFmt formatCode="General" sourceLinked="1"/>
        <c:majorTickMark val="out"/>
        <c:minorTickMark val="none"/>
        <c:tickLblPos val="nextTo"/>
        <c:spPr>
          <a:noFill/>
          <a:ln w="6350" cap="flat" cmpd="sng" algn="ctr">
            <a:solidFill>
              <a:schemeClr val="accent1">
                <a:alpha val="25000"/>
              </a:schemeClr>
            </a:solidFill>
            <a:round/>
          </a:ln>
          <a:effectLst/>
        </c:spPr>
        <c:txPr>
          <a:bodyPr rot="-60000000" spcFirstLastPara="0" vertOverflow="ellipsis" vert="horz" wrap="square" anchor="ctr" anchorCtr="1" forceAA="0"/>
          <a:lstStyle/>
          <a:p>
            <a:pPr>
              <a:defRPr lang="zh-CN" sz="900" b="0" i="0" u="none" strike="noStrike" kern="1200" baseline="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crossAx val="979622386"/>
        <c:crosses val="autoZero"/>
        <c:auto val="1"/>
        <c:lblAlgn val="ctr"/>
        <c:lblOffset val="100"/>
        <c:noMultiLvlLbl val="0"/>
      </c:catAx>
      <c:valAx>
        <c:axId val="979622386"/>
        <c:scaling>
          <c:orientation val="minMax"/>
        </c:scaling>
        <c:delete val="1"/>
        <c:axPos val="l"/>
        <c:majorGridlines>
          <c:spPr>
            <a:ln w="6350" cap="flat" cmpd="sng" algn="ctr">
              <a:solidFill>
                <a:schemeClr val="tx1">
                  <a:lumMod val="50000"/>
                  <a:lumOff val="50000"/>
                  <a:alpha val="25000"/>
                </a:schemeClr>
              </a:solidFill>
              <a:round/>
            </a:ln>
            <a:effectLst/>
          </c:spPr>
        </c:majorGridlines>
        <c:numFmt formatCode="General" sourceLinked="1"/>
        <c:majorTickMark val="out"/>
        <c:minorTickMark val="none"/>
        <c:tickLblPos val="nextTo"/>
        <c:txPr>
          <a:bodyPr rot="-60000000" spcFirstLastPara="0" vertOverflow="ellipsis" vert="horz" wrap="square" anchor="ctr" anchorCtr="1" forceAA="0"/>
          <a:lstStyle/>
          <a:p>
            <a:pPr>
              <a:defRPr lang="zh-CN" sz="900" b="0" i="0" u="none" strike="noStrike" kern="1200" baseline="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crossAx val="75599761"/>
        <c:crosses val="autoZero"/>
        <c:crossBetween val="between"/>
      </c:valAx>
      <c:spPr>
        <a:noFill/>
        <a:ln>
          <a:noFill/>
        </a:ln>
        <a:effectLst/>
      </c:spPr>
    </c:plotArea>
    <c:legend>
      <c:legendPos val="t"/>
      <c:layout/>
      <c:overlay val="0"/>
      <c:spPr>
        <a:noFill/>
        <a:ln>
          <a:noFill/>
        </a:ln>
        <a:effectLst/>
      </c:spPr>
      <c:txPr>
        <a:bodyPr rot="0" spcFirstLastPara="0" vertOverflow="ellipsis" vert="horz" wrap="square" anchor="ctr" anchorCtr="1" forceAA="0"/>
        <a:lstStyle/>
        <a:p>
          <a:pPr>
            <a:defRPr lang="zh-CN" sz="900" b="0" i="0" u="none" strike="noStrike" kern="1200" baseline="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legend>
    <c:plotVisOnly val="1"/>
    <c:dispBlanksAs val="gap"/>
    <c:showDLblsOverMax val="0"/>
    <c:extLst>
      <c:ext uri="{0b15fc19-7d7d-44ad-8c2d-2c3a37ce22c3}">
        <chartProps xmlns="https://web.wps.cn/et/2018/main" chartId="{d0684296-08f7-4f2c-af15-c249d1f47531}"/>
      </c:ext>
    </c:extLst>
  </c:chart>
  <c:spPr>
    <a:solidFill>
      <a:schemeClr val="bg1"/>
    </a:solidFill>
    <a:ln w="6350" cap="flat" cmpd="sng" algn="ctr">
      <a:solidFill>
        <a:schemeClr val="tx1">
          <a:lumMod val="50000"/>
          <a:lumOff val="50000"/>
          <a:alpha val="25000"/>
        </a:schemeClr>
      </a:solidFill>
      <a:round/>
    </a:ln>
    <a:effectLst/>
  </c:spPr>
  <c:txPr>
    <a:bodyPr/>
    <a:lstStyle/>
    <a:p>
      <a:pPr>
        <a:defRPr lang="zh-CN" sz="9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pivotSource>
    <c:name>[Campaign_Data_Week1 (1).xlsx]Sheet1!数据透视表1</c:name>
    <c:fmtId val="-1"/>
  </c:pivotSource>
  <c:chart>
    <c:title>
      <c:tx>
        <c:rich>
          <a:bodyPr rot="0" spcFirstLastPara="0" vertOverflow="ellipsis" vert="horz" wrap="square" anchor="ctr" anchorCtr="1" forceAA="0"/>
          <a:lstStyle/>
          <a:p>
            <a:pPr defTabSz="914400">
              <a:defRPr lang="zh-CN" sz="1400" b="0" i="0" u="none" strike="noStrike" kern="1200" baseline="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lang="en-US" altLang="zh-CN"/>
              <a:t>Channal Share for New Customers</a:t>
            </a:r>
            <a:endParaRPr lang="en-US" altLang="zh-CN"/>
          </a:p>
        </c:rich>
      </c:tx>
      <c:layout/>
      <c:overlay val="0"/>
      <c:spPr>
        <a:noFill/>
        <a:ln>
          <a:noFill/>
        </a:ln>
        <a:effectLst/>
      </c:spPr>
    </c:title>
    <c:autoTitleDeleted val="0"/>
    <c:plotArea>
      <c:layout/>
      <c:pieChart>
        <c:varyColors val="1"/>
        <c:ser>
          <c:idx val="1"/>
          <c:order val="0"/>
          <c:tx>
            <c:strRef>
              <c:f>'[Campaign_Data_Week1 (1).xlsx]Sheet1'!$B$3</c:f>
              <c:strCache>
                <c:ptCount val="1"/>
                <c:pt idx="0">
                  <c:v>汇总</c:v>
                </c:pt>
              </c:strCache>
            </c:strRef>
          </c:tx>
          <c:spPr/>
          <c:explosion val="0"/>
          <c:dPt>
            <c:idx val="0"/>
            <c:bubble3D val="0"/>
            <c:spPr>
              <a:solidFill>
                <a:schemeClr val="accent1"/>
              </a:solidFill>
              <a:ln>
                <a:solidFill>
                  <a:schemeClr val="bg1"/>
                </a:solidFill>
              </a:ln>
              <a:effectLst/>
            </c:spPr>
          </c:dPt>
          <c:dPt>
            <c:idx val="1"/>
            <c:bubble3D val="0"/>
            <c:spPr>
              <a:solidFill>
                <a:schemeClr val="accent2"/>
              </a:solidFill>
              <a:ln>
                <a:solidFill>
                  <a:schemeClr val="bg1"/>
                </a:solidFill>
              </a:ln>
              <a:effectLst/>
            </c:spPr>
          </c:dPt>
          <c:dPt>
            <c:idx val="2"/>
            <c:bubble3D val="0"/>
            <c:spPr>
              <a:solidFill>
                <a:schemeClr val="accent3"/>
              </a:solidFill>
              <a:ln>
                <a:solidFill>
                  <a:schemeClr val="bg1"/>
                </a:solidFill>
              </a:ln>
              <a:effectLst/>
            </c:spPr>
          </c:dPt>
          <c:dLbls>
            <c:numFmt formatCode="General" sourceLinked="1"/>
            <c:spPr>
              <a:noFill/>
              <a:ln>
                <a:noFill/>
              </a:ln>
              <a:effectLst/>
            </c:spPr>
            <c:txPr>
              <a:bodyPr rot="0" spcFirstLastPara="0" vertOverflow="ellipsis" vert="horz" wrap="square" lIns="38100" tIns="19050" rIns="38100" bIns="19050" anchor="ctr" anchorCtr="1" forceAA="0"/>
              <a:lstStyle/>
              <a:p>
                <a:pPr>
                  <a:defRPr lang="zh-CN" sz="1000" b="0" i="0" u="none" strike="noStrike" kern="1200" baseline="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dLblPos val="inEnd"/>
            <c:showLegendKey val="0"/>
            <c:showVal val="1"/>
            <c:showCatName val="0"/>
            <c:showSerName val="0"/>
            <c:showPercent val="0"/>
            <c:showBubbleSize val="0"/>
            <c:showLeaderLines val="1"/>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'[Campaign_Data_Week1 (1).xlsx]Sheet1'!$A$4:$A$7</c:f>
              <c:strCache>
                <c:ptCount val="3"/>
                <c:pt idx="0">
                  <c:v>Email</c:v>
                </c:pt>
                <c:pt idx="1">
                  <c:v>Instagram</c:v>
                </c:pt>
                <c:pt idx="2">
                  <c:v>Web Banner</c:v>
                </c:pt>
              </c:strCache>
            </c:strRef>
          </c:cat>
          <c:val>
            <c:numRef>
              <c:f>'[Campaign_Data_Week1 (1).xlsx]Sheet1'!$B$4:$B$7</c:f>
              <c:numCache>
                <c:formatCode>General</c:formatCode>
                <c:ptCount val="3"/>
                <c:pt idx="0">
                  <c:v>3506.85</c:v>
                </c:pt>
                <c:pt idx="1">
                  <c:v>1385.6</c:v>
                </c:pt>
                <c:pt idx="2">
                  <c:v>951.98</c:v>
                </c:pt>
              </c:numCache>
            </c:numRef>
          </c:val>
        </c:ser>
        <c:dLbls>
          <c:showLegendKey val="0"/>
          <c:showVal val="1"/>
          <c:showCatName val="0"/>
          <c:showSerName val="0"/>
          <c:showPercent val="0"/>
          <c:showBubbleSize val="0"/>
          <c:showLeaderLines val="1"/>
        </c:dLbls>
        <c:firstSliceAng val="0"/>
      </c:pieChart>
      <c:spPr>
        <a:noFill/>
        <a:ln>
          <a:noFill/>
        </a:ln>
        <a:effectLst/>
      </c:spPr>
    </c:plotArea>
    <c:legend>
      <c:legendPos val="t"/>
      <c:layout/>
      <c:overlay val="0"/>
      <c:spPr>
        <a:noFill/>
        <a:ln>
          <a:noFill/>
        </a:ln>
        <a:effectLst/>
      </c:spPr>
      <c:txPr>
        <a:bodyPr rot="0" spcFirstLastPara="0" vertOverflow="ellipsis" vert="horz" wrap="square" anchor="ctr" anchorCtr="1" forceAA="0"/>
        <a:lstStyle/>
        <a:p>
          <a:pPr>
            <a:defRPr lang="zh-CN" sz="900" b="0" i="0" u="none" strike="noStrike" kern="1200" baseline="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legend>
    <c:plotVisOnly val="1"/>
    <c:dispBlanksAs val="gap"/>
    <c:showDLblsOverMax val="0"/>
    <c:extLst>
      <c:ext uri="{0b15fc19-7d7d-44ad-8c2d-2c3a37ce22c3}">
        <chartProps xmlns="https://web.wps.cn/et/2018/main" chartId="{1a5934d2-5005-415a-8021-56671595931e}"/>
      </c:ext>
    </c:extLst>
  </c:chart>
  <c:spPr>
    <a:solidFill>
      <a:schemeClr val="bg1"/>
    </a:solidFill>
    <a:ln w="9525" cap="flat" cmpd="sng" algn="ctr">
      <a:solidFill>
        <a:schemeClr val="tx1">
          <a:lumMod val="50000"/>
          <a:lumOff val="50000"/>
          <a:alpha val="25000"/>
        </a:schemeClr>
      </a:solidFill>
      <a:round/>
    </a:ln>
    <a:effectLst/>
  </c:spPr>
  <c:txPr>
    <a:bodyPr/>
    <a:lstStyle/>
    <a:p>
      <a:pPr>
        <a:defRPr lang="zh-CN">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1000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noFill/>
      </a:ln>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1000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noFill/>
      </a:ln>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1008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solidFill>
          <a:schemeClr val="bg1"/>
        </a:solidFill>
      </a:ln>
      <a:effectLst/>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19.v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image" Target="../media/image10.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3"/>
            <a:ext cx="3011699" cy="463408"/>
          </a:xfrm>
          <a:prstGeom prst="rect">
            <a:avLst/>
          </a:prstGeom>
        </p:spPr>
        <p:txBody>
          <a:bodyPr vert="horz" lIns="92492" tIns="46246" rIns="92492" bIns="46246" rtlCol="0"/>
          <a:lstStyle>
            <a:lvl1pPr algn="l">
              <a:defRPr sz="1200"/>
            </a:lvl1pPr>
          </a:lstStyle>
          <a:p>
            <a:endParaRPr lang="en-US" sz="800" dirty="0"/>
          </a:p>
        </p:txBody>
      </p:sp>
      <p:sp>
        <p:nvSpPr>
          <p:cNvPr id="3" name="Date Placeholder 2"/>
          <p:cNvSpPr>
            <a:spLocks noGrp="1"/>
          </p:cNvSpPr>
          <p:nvPr>
            <p:ph type="dt" sz="quarter" idx="1"/>
          </p:nvPr>
        </p:nvSpPr>
        <p:spPr>
          <a:xfrm>
            <a:off x="3936770" y="3"/>
            <a:ext cx="3011699" cy="463408"/>
          </a:xfrm>
          <a:prstGeom prst="rect">
            <a:avLst/>
          </a:prstGeom>
        </p:spPr>
        <p:txBody>
          <a:bodyPr vert="horz" lIns="92492" tIns="46246" rIns="92492" bIns="46246" rtlCol="0"/>
          <a:lstStyle>
            <a:lvl1pPr algn="r">
              <a:defRPr sz="1200"/>
            </a:lvl1pPr>
          </a:lstStyle>
          <a:p>
            <a:fld id="{57691E93-EF64-46CC-85E2-BBB5BEDB9501}" type="datetimeFigureOut">
              <a:rPr lang="en-US" sz="800"/>
            </a:fld>
            <a:endParaRPr lang="en-US" sz="800" dirty="0"/>
          </a:p>
        </p:txBody>
      </p:sp>
      <p:sp>
        <p:nvSpPr>
          <p:cNvPr id="4" name="Footer Placeholder 3"/>
          <p:cNvSpPr>
            <a:spLocks noGrp="1"/>
          </p:cNvSpPr>
          <p:nvPr>
            <p:ph type="ftr" sz="quarter" idx="2"/>
          </p:nvPr>
        </p:nvSpPr>
        <p:spPr>
          <a:xfrm>
            <a:off x="2" y="8772671"/>
            <a:ext cx="3011699" cy="463407"/>
          </a:xfrm>
          <a:prstGeom prst="rect">
            <a:avLst/>
          </a:prstGeom>
        </p:spPr>
        <p:txBody>
          <a:bodyPr vert="horz" lIns="92492" tIns="46246" rIns="92492" bIns="46246" rtlCol="0" anchor="b"/>
          <a:lstStyle>
            <a:lvl1pPr algn="l">
              <a:defRPr sz="1200"/>
            </a:lvl1pPr>
          </a:lstStyle>
          <a:p>
            <a:endParaRPr lang="en-US" sz="800" dirty="0"/>
          </a:p>
        </p:txBody>
      </p:sp>
      <p:sp>
        <p:nvSpPr>
          <p:cNvPr id="5" name="Slide Number Placeholder 4"/>
          <p:cNvSpPr>
            <a:spLocks noGrp="1"/>
          </p:cNvSpPr>
          <p:nvPr>
            <p:ph type="sldNum" sz="quarter" idx="3"/>
          </p:nvPr>
        </p:nvSpPr>
        <p:spPr>
          <a:xfrm>
            <a:off x="3936770" y="8772671"/>
            <a:ext cx="3011699" cy="463407"/>
          </a:xfrm>
          <a:prstGeom prst="rect">
            <a:avLst/>
          </a:prstGeom>
        </p:spPr>
        <p:txBody>
          <a:bodyPr vert="horz" lIns="92492" tIns="46246" rIns="92492" bIns="46246" rtlCol="0" anchor="b"/>
          <a:lstStyle>
            <a:lvl1pPr algn="r">
              <a:defRPr sz="1200"/>
            </a:lvl1pPr>
          </a:lstStyle>
          <a:p>
            <a:fld id="{3DCECA85-2A7A-423F-89EA-6868CB52DF19}" type="slidenum">
              <a:rPr lang="en-US" sz="800"/>
            </a:fld>
            <a:endParaRPr lang="en-US" sz="800"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5" name="Rectangle 54"/>
          <p:cNvSpPr/>
          <p:nvPr/>
        </p:nvSpPr>
        <p:spPr>
          <a:xfrm>
            <a:off x="0" y="4410720"/>
            <a:ext cx="6948467" cy="482535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2492" tIns="46246" rIns="92492" bIns="46246" rtlCol="0" anchor="ctr"/>
          <a:lstStyle/>
          <a:p>
            <a:pPr algn="ctr"/>
            <a:endParaRPr lang="en-US" dirty="0"/>
          </a:p>
        </p:txBody>
      </p:sp>
      <p:sp>
        <p:nvSpPr>
          <p:cNvPr id="2" name="Header Placeholder 1"/>
          <p:cNvSpPr>
            <a:spLocks noGrp="1"/>
          </p:cNvSpPr>
          <p:nvPr>
            <p:ph type="hdr" sz="quarter"/>
          </p:nvPr>
        </p:nvSpPr>
        <p:spPr>
          <a:xfrm>
            <a:off x="82427" y="3"/>
            <a:ext cx="2929274" cy="463408"/>
          </a:xfrm>
          <a:prstGeom prst="rect">
            <a:avLst/>
          </a:prstGeom>
        </p:spPr>
        <p:txBody>
          <a:bodyPr vert="horz" lIns="92492" tIns="46246" rIns="92492" bIns="46246" rtlCol="0"/>
          <a:lstStyle>
            <a:lvl1pPr algn="l">
              <a:defRPr sz="1400"/>
            </a:lvl1pPr>
          </a:lstStyle>
          <a:p>
            <a:endParaRPr lang="en-US" dirty="0"/>
          </a:p>
        </p:txBody>
      </p:sp>
      <p:sp>
        <p:nvSpPr>
          <p:cNvPr id="4" name="Slide Image Placeholder 3"/>
          <p:cNvSpPr>
            <a:spLocks noGrp="1" noRot="1" noChangeAspect="1"/>
          </p:cNvSpPr>
          <p:nvPr>
            <p:ph type="sldImg" idx="2"/>
          </p:nvPr>
        </p:nvSpPr>
        <p:spPr>
          <a:xfrm>
            <a:off x="156103" y="575009"/>
            <a:ext cx="6620256" cy="3724113"/>
          </a:xfrm>
          <a:prstGeom prst="rect">
            <a:avLst/>
          </a:prstGeom>
          <a:noFill/>
          <a:ln w="9525">
            <a:solidFill>
              <a:schemeClr val="bg2"/>
            </a:solidFill>
          </a:ln>
        </p:spPr>
        <p:txBody>
          <a:bodyPr vert="horz" lIns="92492" tIns="46246" rIns="92492" bIns="46246" rtlCol="0" anchor="ctr"/>
          <a:lstStyle/>
          <a:p>
            <a:endParaRPr lang="en-US" dirty="0"/>
          </a:p>
        </p:txBody>
      </p:sp>
      <p:sp>
        <p:nvSpPr>
          <p:cNvPr id="6" name="Footer Placeholder 5"/>
          <p:cNvSpPr>
            <a:spLocks noGrp="1"/>
          </p:cNvSpPr>
          <p:nvPr>
            <p:ph type="ftr" sz="quarter" idx="4"/>
          </p:nvPr>
        </p:nvSpPr>
        <p:spPr>
          <a:xfrm>
            <a:off x="82427" y="8744096"/>
            <a:ext cx="2929274" cy="463407"/>
          </a:xfrm>
          <a:prstGeom prst="rect">
            <a:avLst/>
          </a:prstGeom>
        </p:spPr>
        <p:txBody>
          <a:bodyPr vert="horz" lIns="92492" tIns="46246" rIns="92492" bIns="46246" rtlCol="0" anchor="b"/>
          <a:lstStyle>
            <a:lvl1pPr algn="l">
              <a:defRPr sz="1400"/>
            </a:lvl1pPr>
          </a:lstStyle>
          <a:p>
            <a:endParaRPr lang="en-US" dirty="0"/>
          </a:p>
        </p:txBody>
      </p:sp>
      <p:sp>
        <p:nvSpPr>
          <p:cNvPr id="7" name="Slide Number Placeholder 6"/>
          <p:cNvSpPr>
            <a:spLocks noGrp="1"/>
          </p:cNvSpPr>
          <p:nvPr>
            <p:ph type="sldNum" sz="quarter" idx="5"/>
          </p:nvPr>
        </p:nvSpPr>
        <p:spPr>
          <a:xfrm>
            <a:off x="3936770" y="8744096"/>
            <a:ext cx="2919957" cy="463407"/>
          </a:xfrm>
          <a:prstGeom prst="rect">
            <a:avLst/>
          </a:prstGeom>
        </p:spPr>
        <p:txBody>
          <a:bodyPr vert="horz" lIns="92492" tIns="46246" rIns="92492" bIns="46246" rtlCol="0" anchor="b"/>
          <a:lstStyle>
            <a:lvl1pPr algn="r">
              <a:defRPr sz="1400"/>
            </a:lvl1pPr>
          </a:lstStyle>
          <a:p>
            <a:r>
              <a:rPr lang="en-US" dirty="0"/>
              <a:t>Notes view: </a:t>
            </a:r>
            <a:fld id="{128CEAFE-FA94-43E5-B0FF-D47E1CCDD1B4}" type="slidenum">
              <a:rPr lang="en-US" smtClean="0"/>
            </a:fld>
            <a:endParaRPr lang="en-US" dirty="0"/>
          </a:p>
        </p:txBody>
      </p:sp>
      <p:sp>
        <p:nvSpPr>
          <p:cNvPr id="5" name="Notes Placeholder 4"/>
          <p:cNvSpPr>
            <a:spLocks noGrp="1"/>
          </p:cNvSpPr>
          <p:nvPr>
            <p:ph type="body" sz="quarter" idx="3"/>
          </p:nvPr>
        </p:nvSpPr>
        <p:spPr>
          <a:xfrm>
            <a:off x="259519" y="4714653"/>
            <a:ext cx="6413424" cy="3768947"/>
          </a:xfrm>
          <a:prstGeom prst="rect">
            <a:avLst/>
          </a:prstGeom>
        </p:spPr>
        <p:txBody>
          <a:bodyPr vert="horz" lIns="92492" tIns="46246" rIns="92492" bIns="46246" rtlCol="0"/>
          <a:lstStyle/>
          <a:p>
            <a:pPr lvl="0"/>
            <a:r>
              <a:rPr lang="en-US" dirty="0"/>
              <a:t>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8" name="Date Placeholder 7"/>
          <p:cNvSpPr>
            <a:spLocks noGrp="1"/>
          </p:cNvSpPr>
          <p:nvPr>
            <p:ph type="dt" idx="1"/>
          </p:nvPr>
        </p:nvSpPr>
        <p:spPr>
          <a:xfrm>
            <a:off x="3937000" y="0"/>
            <a:ext cx="3011488" cy="463550"/>
          </a:xfrm>
          <a:prstGeom prst="rect">
            <a:avLst/>
          </a:prstGeom>
        </p:spPr>
        <p:txBody>
          <a:bodyPr vert="horz" lIns="91440" tIns="45720" rIns="91440" bIns="45720" rtlCol="0"/>
          <a:lstStyle>
            <a:lvl1pPr algn="r">
              <a:defRPr sz="1200"/>
            </a:lvl1pPr>
          </a:lstStyle>
          <a:p>
            <a:fld id="{F2C7CF5F-7CF3-4DF3-838A-EE34544862CC}" type="datetimeFigureOut">
              <a:rPr lang="en-US" smtClean="0"/>
            </a:fld>
            <a:endParaRPr lang="en-US"/>
          </a:p>
        </p:txBody>
      </p:sp>
    </p:spTree>
  </p:cSld>
  <p:clrMap bg1="lt1" tx1="dk1" bg2="lt2" tx2="dk2" accent1="accent1" accent2="accent2" accent3="accent3" accent4="accent4" accent5="accent5" accent6="accent6" hlink="hlink" folHlink="folHlink"/>
  <p:notesStyle>
    <a:lvl1pPr marL="0" indent="0" algn="l" defTabSz="914400" rtl="0" eaLnBrk="1" latinLnBrk="0" hangingPunct="1">
      <a:spcAft>
        <a:spcPts val="600"/>
      </a:spcAft>
      <a:buFont typeface="Arial" panose="020B0604020202020204" pitchFamily="34" charset="0"/>
      <a:buChar char="​"/>
      <a:defRPr sz="1200" kern="1200">
        <a:solidFill>
          <a:schemeClr val="tx1"/>
        </a:solidFill>
        <a:latin typeface="+mn-lt"/>
        <a:ea typeface="+mn-ea"/>
        <a:cs typeface="+mn-cs"/>
      </a:defRPr>
    </a:lvl1pPr>
    <a:lvl2pPr marL="114300" indent="-114300" algn="l" defTabSz="914400" rtl="0" eaLnBrk="1" latinLnBrk="0" hangingPunct="1">
      <a:spcAft>
        <a:spcPts val="600"/>
      </a:spcAft>
      <a:buFont typeface="Arial" panose="020B0604020202020204" pitchFamily="34" charset="0"/>
      <a:buChar char="•"/>
      <a:defRPr sz="1200" kern="1200">
        <a:solidFill>
          <a:schemeClr val="tx1"/>
        </a:solidFill>
        <a:latin typeface="+mn-lt"/>
        <a:ea typeface="+mn-ea"/>
        <a:cs typeface="+mn-cs"/>
      </a:defRPr>
    </a:lvl2pPr>
    <a:lvl3pPr marL="228600" indent="-114300" algn="l" defTabSz="914400" rtl="0" eaLnBrk="1" latinLnBrk="0" hangingPunct="1">
      <a:spcAft>
        <a:spcPts val="600"/>
      </a:spcAft>
      <a:buClr>
        <a:schemeClr val="tx2"/>
      </a:buClr>
      <a:buFont typeface="Arial" panose="020B0604020202020204" pitchFamily="34" charset="0"/>
      <a:buChar char="•"/>
      <a:defRPr sz="1200" kern="1200">
        <a:solidFill>
          <a:schemeClr val="tx1"/>
        </a:solidFill>
        <a:latin typeface="+mn-lt"/>
        <a:ea typeface="+mn-ea"/>
        <a:cs typeface="+mn-cs"/>
      </a:defRPr>
    </a:lvl3pPr>
    <a:lvl4pPr marL="514350" indent="-114300" algn="l" defTabSz="914400" rtl="0" eaLnBrk="1" latinLnBrk="0" hangingPunct="1">
      <a:spcAft>
        <a:spcPts val="600"/>
      </a:spcAft>
      <a:buFont typeface="Arial" panose="020B0604020202020204" pitchFamily="34" charset="0"/>
      <a:buChar char="•"/>
      <a:defRPr sz="1000" kern="1200">
        <a:solidFill>
          <a:schemeClr val="tx1"/>
        </a:solidFill>
        <a:latin typeface="+mn-lt"/>
        <a:ea typeface="+mn-ea"/>
        <a:cs typeface="+mn-cs"/>
      </a:defRPr>
    </a:lvl4pPr>
    <a:lvl5pPr marL="685800" indent="-114300" algn="l" defTabSz="914400" rtl="0" eaLnBrk="1" latinLnBrk="0" hangingPunct="1">
      <a:spcAft>
        <a:spcPts val="600"/>
      </a:spcAft>
      <a:buClr>
        <a:schemeClr val="tx2"/>
      </a:buClr>
      <a:buFont typeface="Arial" panose="020B0604020202020204" pitchFamily="34" charset="0"/>
      <a:buChar char="•"/>
      <a:defRPr sz="1000" i="1"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9" Type="http://schemas.openxmlformats.org/officeDocument/2006/relationships/tags" Target="../tags/tag4.xml"/><Relationship Id="rId8" Type="http://schemas.openxmlformats.org/officeDocument/2006/relationships/image" Target="../media/image3.jpeg"/><Relationship Id="rId7" Type="http://schemas.openxmlformats.org/officeDocument/2006/relationships/tags" Target="../tags/tag3.xml"/><Relationship Id="rId6" Type="http://schemas.openxmlformats.org/officeDocument/2006/relationships/image" Target="../media/image2.png"/><Relationship Id="rId5" Type="http://schemas.openxmlformats.org/officeDocument/2006/relationships/tags" Target="../tags/tag2.xml"/><Relationship Id="rId4" Type="http://schemas.openxmlformats.org/officeDocument/2006/relationships/image" Target="../media/image1.emf"/><Relationship Id="rId3" Type="http://schemas.openxmlformats.org/officeDocument/2006/relationships/oleObject" Target="../embeddings/oleObject1.bin"/><Relationship Id="rId2" Type="http://schemas.openxmlformats.org/officeDocument/2006/relationships/tags" Target="../tags/tag1.xml"/><Relationship Id="rId10" Type="http://schemas.openxmlformats.org/officeDocument/2006/relationships/vmlDrawing" Target="../drawings/vmlDrawing1.v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tags" Target="../tags/tag5.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tags" Target="../tags/tag7.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8.xml"/><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10.xml"/><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11.xml"/><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12.xml"/><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tags" Target="../tags/tag13.xm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tags" Target="../tags/tag14.xm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7" Type="http://schemas.openxmlformats.org/officeDocument/2006/relationships/vmlDrawing" Target="../drawings/vmlDrawing2.vml"/><Relationship Id="rId6" Type="http://schemas.openxmlformats.org/officeDocument/2006/relationships/image" Target="../media/image7.png"/><Relationship Id="rId5" Type="http://schemas.openxmlformats.org/officeDocument/2006/relationships/tags" Target="../tags/tag16.xml"/><Relationship Id="rId4" Type="http://schemas.openxmlformats.org/officeDocument/2006/relationships/image" Target="../media/image6.emf"/><Relationship Id="rId3" Type="http://schemas.openxmlformats.org/officeDocument/2006/relationships/oleObject" Target="../embeddings/oleObject2.bin"/><Relationship Id="rId2" Type="http://schemas.openxmlformats.org/officeDocument/2006/relationships/tags" Target="../tags/tag15.xml"/><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tags" Target="../tags/tag17.xml"/><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tags" Target="../tags/tag18.xml"/><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tags" Target="../tags/tag19.xml"/><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tags" Target="../tags/tag20.xml"/><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tags" Target="../tags/tag21.xml"/><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tags" Target="../tags/tag23.xml"/><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6" Type="http://schemas.openxmlformats.org/officeDocument/2006/relationships/vmlDrawing" Target="../drawings/vmlDrawing3.vml"/><Relationship Id="rId5" Type="http://schemas.openxmlformats.org/officeDocument/2006/relationships/image" Target="../media/image8.png"/><Relationship Id="rId4" Type="http://schemas.openxmlformats.org/officeDocument/2006/relationships/image" Target="../media/image6.emf"/><Relationship Id="rId3" Type="http://schemas.openxmlformats.org/officeDocument/2006/relationships/oleObject" Target="../embeddings/oleObject3.bin"/><Relationship Id="rId2" Type="http://schemas.openxmlformats.org/officeDocument/2006/relationships/tags" Target="../tags/tag24.xml"/><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tags" Target="../tags/tag25.xml"/><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tags" Target="../tags/tag26.xml"/><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tags" Target="../tags/tag27.xml"/><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tags" Target="../tags/tag28.xml"/><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8" Type="http://schemas.openxmlformats.org/officeDocument/2006/relationships/vmlDrawing" Target="../drawings/vmlDrawing4.vml"/><Relationship Id="rId7" Type="http://schemas.openxmlformats.org/officeDocument/2006/relationships/tags" Target="../tags/tag31.xml"/><Relationship Id="rId6" Type="http://schemas.openxmlformats.org/officeDocument/2006/relationships/image" Target="../media/image3.jpeg"/><Relationship Id="rId5" Type="http://schemas.openxmlformats.org/officeDocument/2006/relationships/tags" Target="../tags/tag30.xml"/><Relationship Id="rId4" Type="http://schemas.openxmlformats.org/officeDocument/2006/relationships/image" Target="../media/image1.emf"/><Relationship Id="rId3" Type="http://schemas.openxmlformats.org/officeDocument/2006/relationships/oleObject" Target="../embeddings/oleObject4.bin"/><Relationship Id="rId2" Type="http://schemas.openxmlformats.org/officeDocument/2006/relationships/tags" Target="../tags/tag29.xml"/><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tags" Target="../tags/tag32.xml"/><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9" Type="http://schemas.openxmlformats.org/officeDocument/2006/relationships/tags" Target="../tags/tag36.xml"/><Relationship Id="rId8" Type="http://schemas.openxmlformats.org/officeDocument/2006/relationships/image" Target="../media/image3.jpeg"/><Relationship Id="rId7" Type="http://schemas.openxmlformats.org/officeDocument/2006/relationships/tags" Target="../tags/tag35.xml"/><Relationship Id="rId6" Type="http://schemas.openxmlformats.org/officeDocument/2006/relationships/image" Target="../media/image2.png"/><Relationship Id="rId5" Type="http://schemas.openxmlformats.org/officeDocument/2006/relationships/tags" Target="../tags/tag34.xml"/><Relationship Id="rId4" Type="http://schemas.openxmlformats.org/officeDocument/2006/relationships/image" Target="../media/image1.emf"/><Relationship Id="rId3" Type="http://schemas.openxmlformats.org/officeDocument/2006/relationships/oleObject" Target="../embeddings/oleObject5.bin"/><Relationship Id="rId2" Type="http://schemas.openxmlformats.org/officeDocument/2006/relationships/tags" Target="../tags/tag33.xml"/><Relationship Id="rId10" Type="http://schemas.openxmlformats.org/officeDocument/2006/relationships/vmlDrawing" Target="../drawings/vmlDrawing5.vml"/><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tags" Target="../tags/tag38.xml"/><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tags" Target="../tags/tag39.xml"/><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tags" Target="../tags/tag40.xml"/><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tags" Target="../tags/tag41.xml"/><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tags" Target="../tags/tag42.xml"/><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tags" Target="../tags/tag43.xml"/><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tags" Target="../tags/tag44.xml"/><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tags" Target="../tags/tag45.xml"/><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7" Type="http://schemas.openxmlformats.org/officeDocument/2006/relationships/vmlDrawing" Target="../drawings/vmlDrawing6.vml"/><Relationship Id="rId6" Type="http://schemas.openxmlformats.org/officeDocument/2006/relationships/image" Target="../media/image4.png"/><Relationship Id="rId5" Type="http://schemas.openxmlformats.org/officeDocument/2006/relationships/tags" Target="../tags/tag47.xml"/><Relationship Id="rId4" Type="http://schemas.openxmlformats.org/officeDocument/2006/relationships/image" Target="../media/image6.emf"/><Relationship Id="rId3" Type="http://schemas.openxmlformats.org/officeDocument/2006/relationships/oleObject" Target="../embeddings/oleObject6.bin"/><Relationship Id="rId2" Type="http://schemas.openxmlformats.org/officeDocument/2006/relationships/tags" Target="../tags/tag46.xml"/><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tags" Target="../tags/tag49.xml"/><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tags" Target="../tags/tag50.xml"/><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tags" Target="../tags/tag51.xml"/><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tags" Target="../tags/tag52.xml"/><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tags" Target="../tags/tag53.xml"/><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tags" Target="../tags/tag54.xml"/><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tags" Target="../tags/tag55.xml"/><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tags" Target="../tags/tag56.xml"/><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6" Type="http://schemas.openxmlformats.org/officeDocument/2006/relationships/vmlDrawing" Target="../drawings/vmlDrawing7.vml"/><Relationship Id="rId5" Type="http://schemas.openxmlformats.org/officeDocument/2006/relationships/image" Target="../media/image8.png"/><Relationship Id="rId4" Type="http://schemas.openxmlformats.org/officeDocument/2006/relationships/image" Target="../media/image1.emf"/><Relationship Id="rId3" Type="http://schemas.openxmlformats.org/officeDocument/2006/relationships/oleObject" Target="../embeddings/oleObject7.bin"/><Relationship Id="rId2" Type="http://schemas.openxmlformats.org/officeDocument/2006/relationships/tags" Target="../tags/tag57.xml"/><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tags" Target="../tags/tag58.xml"/><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tags" Target="../tags/tag59.xml"/><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tags" Target="../tags/tag60.xml"/><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tags" Target="../tags/tag61.xml"/><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2" Type="http://schemas.openxmlformats.org/officeDocument/2006/relationships/tags" Target="../tags/tag62.xml"/><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8" Type="http://schemas.openxmlformats.org/officeDocument/2006/relationships/vmlDrawing" Target="../drawings/vmlDrawing8.vml"/><Relationship Id="rId7" Type="http://schemas.openxmlformats.org/officeDocument/2006/relationships/tags" Target="../tags/tag65.xml"/><Relationship Id="rId6" Type="http://schemas.openxmlformats.org/officeDocument/2006/relationships/image" Target="../media/image3.jpeg"/><Relationship Id="rId5" Type="http://schemas.openxmlformats.org/officeDocument/2006/relationships/tags" Target="../tags/tag64.xml"/><Relationship Id="rId4" Type="http://schemas.openxmlformats.org/officeDocument/2006/relationships/image" Target="../media/image1.emf"/><Relationship Id="rId3" Type="http://schemas.openxmlformats.org/officeDocument/2006/relationships/oleObject" Target="../embeddings/oleObject8.bin"/><Relationship Id="rId2" Type="http://schemas.openxmlformats.org/officeDocument/2006/relationships/tags" Target="../tags/tag63.xml"/><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tags" Target="../tags/tag66.xml"/><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6" Type="http://schemas.openxmlformats.org/officeDocument/2006/relationships/vmlDrawing" Target="../drawings/vmlDrawing9.vml"/><Relationship Id="rId5" Type="http://schemas.openxmlformats.org/officeDocument/2006/relationships/tags" Target="../tags/tag68.xml"/><Relationship Id="rId4" Type="http://schemas.openxmlformats.org/officeDocument/2006/relationships/image" Target="../media/image9.emf"/><Relationship Id="rId3" Type="http://schemas.openxmlformats.org/officeDocument/2006/relationships/oleObject" Target="../embeddings/oleObject9.bin"/><Relationship Id="rId2" Type="http://schemas.openxmlformats.org/officeDocument/2006/relationships/tags" Target="../tags/tag67.xml"/><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5" Type="http://schemas.openxmlformats.org/officeDocument/2006/relationships/vmlDrawing" Target="../drawings/vmlDrawing10.vml"/><Relationship Id="rId4" Type="http://schemas.openxmlformats.org/officeDocument/2006/relationships/image" Target="../media/image9.emf"/><Relationship Id="rId3" Type="http://schemas.openxmlformats.org/officeDocument/2006/relationships/oleObject" Target="../embeddings/oleObject10.bin"/><Relationship Id="rId2" Type="http://schemas.openxmlformats.org/officeDocument/2006/relationships/tags" Target="../tags/tag69.xml"/><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5" Type="http://schemas.openxmlformats.org/officeDocument/2006/relationships/vmlDrawing" Target="../drawings/vmlDrawing11.vml"/><Relationship Id="rId4" Type="http://schemas.openxmlformats.org/officeDocument/2006/relationships/image" Target="../media/image9.emf"/><Relationship Id="rId3" Type="http://schemas.openxmlformats.org/officeDocument/2006/relationships/oleObject" Target="../embeddings/oleObject11.bin"/><Relationship Id="rId2" Type="http://schemas.openxmlformats.org/officeDocument/2006/relationships/tags" Target="../tags/tag70.xml"/><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7" Type="http://schemas.openxmlformats.org/officeDocument/2006/relationships/vmlDrawing" Target="../drawings/vmlDrawing12.vml"/><Relationship Id="rId6" Type="http://schemas.openxmlformats.org/officeDocument/2006/relationships/tags" Target="../tags/tag72.xml"/><Relationship Id="rId5" Type="http://schemas.openxmlformats.org/officeDocument/2006/relationships/image" Target="../media/image2.png"/><Relationship Id="rId4" Type="http://schemas.openxmlformats.org/officeDocument/2006/relationships/image" Target="../media/image9.emf"/><Relationship Id="rId3" Type="http://schemas.openxmlformats.org/officeDocument/2006/relationships/oleObject" Target="../embeddings/oleObject12.bin"/><Relationship Id="rId2" Type="http://schemas.openxmlformats.org/officeDocument/2006/relationships/tags" Target="../tags/tag71.xml"/><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6" Type="http://schemas.openxmlformats.org/officeDocument/2006/relationships/vmlDrawing" Target="../drawings/vmlDrawing13.vml"/><Relationship Id="rId5" Type="http://schemas.openxmlformats.org/officeDocument/2006/relationships/tags" Target="../tags/tag74.xml"/><Relationship Id="rId4" Type="http://schemas.openxmlformats.org/officeDocument/2006/relationships/image" Target="../media/image9.emf"/><Relationship Id="rId3" Type="http://schemas.openxmlformats.org/officeDocument/2006/relationships/oleObject" Target="../embeddings/oleObject13.bin"/><Relationship Id="rId2" Type="http://schemas.openxmlformats.org/officeDocument/2006/relationships/tags" Target="../tags/tag73.xml"/><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5" Type="http://schemas.openxmlformats.org/officeDocument/2006/relationships/vmlDrawing" Target="../drawings/vmlDrawing14.vml"/><Relationship Id="rId4" Type="http://schemas.openxmlformats.org/officeDocument/2006/relationships/image" Target="../media/image9.emf"/><Relationship Id="rId3" Type="http://schemas.openxmlformats.org/officeDocument/2006/relationships/oleObject" Target="../embeddings/oleObject14.bin"/><Relationship Id="rId2" Type="http://schemas.openxmlformats.org/officeDocument/2006/relationships/tags" Target="../tags/tag75.xml"/><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5" Type="http://schemas.openxmlformats.org/officeDocument/2006/relationships/vmlDrawing" Target="../drawings/vmlDrawing15.vml"/><Relationship Id="rId4" Type="http://schemas.openxmlformats.org/officeDocument/2006/relationships/image" Target="../media/image9.emf"/><Relationship Id="rId3" Type="http://schemas.openxmlformats.org/officeDocument/2006/relationships/oleObject" Target="../embeddings/oleObject15.bin"/><Relationship Id="rId2" Type="http://schemas.openxmlformats.org/officeDocument/2006/relationships/tags" Target="../tags/tag76.xml"/><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7" Type="http://schemas.openxmlformats.org/officeDocument/2006/relationships/vmlDrawing" Target="../drawings/vmlDrawing16.vml"/><Relationship Id="rId6" Type="http://schemas.openxmlformats.org/officeDocument/2006/relationships/tags" Target="../tags/tag78.xml"/><Relationship Id="rId5" Type="http://schemas.openxmlformats.org/officeDocument/2006/relationships/image" Target="../media/image2.png"/><Relationship Id="rId4" Type="http://schemas.openxmlformats.org/officeDocument/2006/relationships/image" Target="../media/image9.emf"/><Relationship Id="rId3" Type="http://schemas.openxmlformats.org/officeDocument/2006/relationships/oleObject" Target="../embeddings/oleObject16.bin"/><Relationship Id="rId2" Type="http://schemas.openxmlformats.org/officeDocument/2006/relationships/tags" Target="../tags/tag77.xml"/><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6" Type="http://schemas.openxmlformats.org/officeDocument/2006/relationships/vmlDrawing" Target="../drawings/vmlDrawing17.vml"/><Relationship Id="rId5" Type="http://schemas.openxmlformats.org/officeDocument/2006/relationships/image" Target="../media/image4.png"/><Relationship Id="rId4" Type="http://schemas.openxmlformats.org/officeDocument/2006/relationships/image" Target="../media/image9.emf"/><Relationship Id="rId3" Type="http://schemas.openxmlformats.org/officeDocument/2006/relationships/oleObject" Target="../embeddings/oleObject17.bin"/><Relationship Id="rId2" Type="http://schemas.openxmlformats.org/officeDocument/2006/relationships/tags" Target="../tags/tag79.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userDrawn="1">
  <p:cSld name="Title Slide">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0" name="think-cell Slide" r:id="rId3" imgW="8890" imgH="8890" progId="TCLayout.ActiveDocument.1">
                  <p:embed/>
                </p:oleObj>
              </mc:Choice>
              <mc:Fallback>
                <p:oleObj name="think-cell Slide" r:id="rId3" imgW="8890" imgH="8890" progId="TCLayout.ActiveDocument.1">
                  <p:embed/>
                  <p:pic>
                    <p:nvPicPr>
                      <p:cNvPr id="0" name="图片 -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Rectangle 2" hidden="1"/>
          <p:cNvSpPr/>
          <p:nvPr userDrawn="1">
            <p:custDataLst>
              <p:tags r:id="rId5"/>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noAutofit/>
          </a:bodyPr>
          <a:lstStyle/>
          <a:p>
            <a:pPr marL="0" lvl="0" indent="0" algn="ctr" eaLnBrk="1">
              <a:lnSpc>
                <a:spcPct val="93000"/>
              </a:lnSpc>
              <a:spcBef>
                <a:spcPct val="0"/>
              </a:spcBef>
              <a:spcAft>
                <a:spcPct val="0"/>
              </a:spcAft>
            </a:pPr>
            <a:endParaRPr lang="en-US" sz="5400" b="0" i="0" baseline="0" dirty="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4" name="Rectangle 13"/>
          <p:cNvSpPr/>
          <p:nvPr userDrawn="1"/>
        </p:nvSpPr>
        <p:spPr>
          <a:xfrm>
            <a:off x="0" y="5279183"/>
            <a:ext cx="12192000" cy="157881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pic>
        <p:nvPicPr>
          <p:cNvPr id="18" name="Picture 17"/>
          <p:cNvPicPr>
            <a:picLocks noChangeAspect="1"/>
          </p:cNvPicPr>
          <p:nvPr userDrawn="1"/>
        </p:nvPicPr>
        <p:blipFill rotWithShape="1">
          <a:blip r:embed="rId6">
            <a:extLst>
              <a:ext uri="{28A0092B-C50C-407E-A947-70E740481C1C}">
                <a14:useLocalDpi xmlns:a14="http://schemas.microsoft.com/office/drawing/2010/main" val="0"/>
              </a:ext>
            </a:extLst>
          </a:blip>
          <a:srcRect l="1731" t="8741" r="102" b="27"/>
          <a:stretch>
            <a:fillRect/>
          </a:stretch>
        </p:blipFill>
        <p:spPr>
          <a:xfrm rot="16200000" flipH="1">
            <a:off x="8471921" y="1973272"/>
            <a:ext cx="580573" cy="6858000"/>
          </a:xfrm>
          <a:prstGeom prst="rect">
            <a:avLst/>
          </a:prstGeom>
        </p:spPr>
      </p:pic>
      <p:pic>
        <p:nvPicPr>
          <p:cNvPr id="15" name="TitleAndEndImages"/>
          <p:cNvPicPr>
            <a:picLocks noChangeAspect="1"/>
          </p:cNvPicPr>
          <p:nvPr userDrawn="1">
            <p:custDataLst>
              <p:tags r:id="rId7"/>
            </p:custDataLst>
          </p:nvPr>
        </p:nvPicPr>
        <p:blipFill rotWithShape="1">
          <a:blip r:embed="rId8">
            <a:extLst>
              <a:ext uri="{28A0092B-C50C-407E-A947-70E740481C1C}">
                <a14:useLocalDpi xmlns:a14="http://schemas.microsoft.com/office/drawing/2010/main" val="0"/>
              </a:ext>
            </a:extLst>
          </a:blip>
          <a:srcRect b="23056"/>
          <a:stretch>
            <a:fillRect/>
          </a:stretch>
        </p:blipFill>
        <p:spPr>
          <a:xfrm flipH="1">
            <a:off x="0" y="0"/>
            <a:ext cx="12192000" cy="5276850"/>
          </a:xfrm>
          <a:prstGeom prst="rect">
            <a:avLst/>
          </a:prstGeom>
        </p:spPr>
      </p:pic>
      <p:sp>
        <p:nvSpPr>
          <p:cNvPr id="20" name="Picture Placeholder 8"/>
          <p:cNvSpPr>
            <a:spLocks noGrp="1"/>
          </p:cNvSpPr>
          <p:nvPr>
            <p:ph type="pic" sz="quarter" idx="13" hasCustomPrompt="1"/>
          </p:nvPr>
        </p:nvSpPr>
        <p:spPr>
          <a:xfrm>
            <a:off x="9366561" y="5570642"/>
            <a:ext cx="1867935" cy="896833"/>
          </a:xfrm>
          <a:prstGeom prst="rect">
            <a:avLst/>
          </a:prstGeom>
        </p:spPr>
        <p:txBody>
          <a:bodyPr anchor="b"/>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Logo</a:t>
            </a:r>
            <a:endParaRPr lang="en-US" dirty="0"/>
          </a:p>
        </p:txBody>
      </p:sp>
      <p:sp>
        <p:nvSpPr>
          <p:cNvPr id="21" name="Rectangle 20"/>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1117415" y="6207842"/>
            <a:ext cx="6868800" cy="327148"/>
          </a:xfrm>
          <a:prstGeom prst="rect">
            <a:avLst/>
          </a:prstGeom>
          <a:noFill/>
        </p:spPr>
        <p:txBody>
          <a:bodyPr anchor="ctr"/>
          <a:lstStyle>
            <a:lvl1pPr algn="l">
              <a:lnSpc>
                <a:spcPct val="110000"/>
              </a:lnSpc>
              <a:buNone/>
              <a:defRPr sz="1200" b="1" cap="all" baseline="0">
                <a:solidFill>
                  <a:schemeClr val="accent5"/>
                </a:solidFill>
                <a:latin typeface="+mn-lt"/>
                <a:sym typeface="Trebuchet MS" panose="020B0603020202020204" pitchFamily="34" charset="0"/>
              </a:defRPr>
            </a:lvl1pPr>
            <a:lvl2pPr algn="ctr">
              <a:buNone/>
              <a:defRPr/>
            </a:lvl2pPr>
            <a:lvl3pPr marL="0" indent="0" algn="ctr">
              <a:buNone/>
              <a:defRPr/>
            </a:lvl3pPr>
            <a:lvl4pPr marL="228600" indent="0" algn="ctr">
              <a:buNone/>
              <a:defRPr/>
            </a:lvl4pPr>
            <a:lvl5pPr marL="457200" indent="0" algn="ctr">
              <a:buNone/>
              <a:defRPr/>
            </a:lvl5pPr>
          </a:lstStyle>
          <a:p>
            <a:pPr lvl="0"/>
            <a:r>
              <a:rPr lang="en-US" dirty="0"/>
              <a:t>Click to edit date/place</a:t>
            </a:r>
            <a:endParaRPr lang="en-US" dirty="0"/>
          </a:p>
        </p:txBody>
      </p:sp>
      <p:sp>
        <p:nvSpPr>
          <p:cNvPr id="26" name="Subtitle 2"/>
          <p:cNvSpPr>
            <a:spLocks noGrp="1"/>
          </p:cNvSpPr>
          <p:nvPr>
            <p:ph type="subTitle" idx="1" hasCustomPrompt="1"/>
          </p:nvPr>
        </p:nvSpPr>
        <p:spPr bwMode="white">
          <a:xfrm>
            <a:off x="1117415" y="5495706"/>
            <a:ext cx="6868800" cy="436195"/>
          </a:xfrm>
          <a:prstGeom prst="rect">
            <a:avLst/>
          </a:prstGeom>
        </p:spPr>
        <p:txBody>
          <a:bodyPr anchor="ctr"/>
          <a:lstStyle>
            <a:lvl1pPr marL="0" indent="0" algn="l">
              <a:lnSpc>
                <a:spcPct val="110000"/>
              </a:lnSpc>
              <a:buNone/>
              <a:defRPr sz="1600" baseline="0">
                <a:solidFill>
                  <a:schemeClr val="bg1"/>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in sentence case</a:t>
            </a:r>
            <a:endParaRPr lang="en-US" dirty="0"/>
          </a:p>
        </p:txBody>
      </p:sp>
      <p:sp>
        <p:nvSpPr>
          <p:cNvPr id="27" name="Title 1"/>
          <p:cNvSpPr>
            <a:spLocks noGrp="1"/>
          </p:cNvSpPr>
          <p:nvPr>
            <p:ph type="ctrTitle" hasCustomPrompt="1"/>
          </p:nvPr>
        </p:nvSpPr>
        <p:spPr bwMode="ltGray">
          <a:xfrm>
            <a:off x="1117415" y="1886242"/>
            <a:ext cx="6868800" cy="3138423"/>
          </a:xfrm>
          <a:prstGeom prst="rect">
            <a:avLst/>
          </a:prstGeom>
        </p:spPr>
        <p:txBody>
          <a:bodyPr anchor="b">
            <a:normAutofit/>
          </a:bodyPr>
          <a:lstStyle>
            <a:lvl1pPr algn="l">
              <a:lnSpc>
                <a:spcPct val="93000"/>
              </a:lnSpc>
              <a:defRPr sz="5400" baseline="0">
                <a:solidFill>
                  <a:schemeClr val="bg1"/>
                </a:solidFill>
                <a:latin typeface="+mj-lt"/>
                <a:sym typeface="Trebuchet MS" panose="020B0603020202020204" pitchFamily="34" charset="0"/>
              </a:defRPr>
            </a:lvl1pPr>
          </a:lstStyle>
          <a:p>
            <a:r>
              <a:rPr lang="en-US" dirty="0"/>
              <a:t>Title in Title Case</a:t>
            </a:r>
            <a:endParaRPr lang="en-US" dirty="0"/>
          </a:p>
        </p:txBody>
      </p:sp>
      <p:sp>
        <p:nvSpPr>
          <p:cNvPr id="33" name="Freeform 32"/>
          <p:cNvSpPr>
            <a:spLocks noChangeAspect="1"/>
          </p:cNvSpPr>
          <p:nvPr userDrawn="1">
            <p:custDataLst>
              <p:tags r:id="rId9"/>
            </p:custDataLst>
          </p:nvPr>
        </p:nvSpPr>
        <p:spPr bwMode="auto">
          <a:xfrm>
            <a:off x="1117415" y="1112679"/>
            <a:ext cx="2327644" cy="486479"/>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Autofit/>
          </a:bodyPr>
          <a:lstStyle/>
          <a:p>
            <a:endParaRPr lang="en-US"/>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2"/>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5" name="Title 4"/>
          <p:cNvSpPr>
            <a:spLocks noGrp="1"/>
          </p:cNvSpPr>
          <p:nvPr>
            <p:ph type="title" hasCustomPrompt="1"/>
          </p:nvPr>
        </p:nvSpPr>
        <p:spPr>
          <a:xfrm>
            <a:off x="630000" y="622800"/>
            <a:ext cx="109332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endParaRPr lang="en-US" dirty="0"/>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Text">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30000" y="622800"/>
            <a:ext cx="10933350" cy="470898"/>
          </a:xfrm>
        </p:spPr>
        <p:txBody>
          <a:bodyPr/>
          <a:lstStyle>
            <a:lvl1pPr>
              <a:defRPr sz="3400"/>
            </a:lvl1pPr>
          </a:lstStyle>
          <a:p>
            <a:r>
              <a:rPr lang="en-US" dirty="0"/>
              <a:t>Click to add title</a:t>
            </a:r>
            <a:endParaRPr lang="en-US" dirty="0"/>
          </a:p>
        </p:txBody>
      </p:sp>
      <p:sp>
        <p:nvSpPr>
          <p:cNvPr id="8" name="Text Placeholder 7"/>
          <p:cNvSpPr>
            <a:spLocks noGrp="1"/>
          </p:cNvSpPr>
          <p:nvPr>
            <p:ph type="body" sz="quarter" idx="10"/>
          </p:nvPr>
        </p:nvSpPr>
        <p:spPr>
          <a:xfrm>
            <a:off x="629399" y="2085628"/>
            <a:ext cx="10933801" cy="4089131"/>
          </a:xfrm>
        </p:spPr>
        <p:txBody>
          <a:bodyPr/>
          <a:lstStyle>
            <a:lvl1pPr>
              <a:lnSpc>
                <a:spcPct val="100000"/>
              </a:lnSpc>
              <a:spcBef>
                <a:spcPts val="0"/>
              </a:spcBef>
              <a:spcAft>
                <a:spcPts val="0"/>
              </a:spcAft>
              <a:defRPr sz="2000"/>
            </a:lvl1pPr>
            <a:lvl2pPr>
              <a:lnSpc>
                <a:spcPct val="100000"/>
              </a:lnSpc>
              <a:spcBef>
                <a:spcPts val="0"/>
              </a:spcBef>
              <a:spcAft>
                <a:spcPts val="0"/>
              </a:spcAft>
              <a:defRPr sz="2000"/>
            </a:lvl2pPr>
            <a:lvl3pPr>
              <a:lnSpc>
                <a:spcPct val="100000"/>
              </a:lnSpc>
              <a:spcBef>
                <a:spcPts val="0"/>
              </a:spcBef>
              <a:spcAft>
                <a:spcPts val="0"/>
              </a:spcAft>
              <a:defRPr sz="2000"/>
            </a:lvl3pPr>
            <a:lvl4pPr>
              <a:lnSpc>
                <a:spcPct val="100000"/>
              </a:lnSpc>
              <a:spcBef>
                <a:spcPts val="0"/>
              </a:spcBef>
              <a:spcAft>
                <a:spcPts val="0"/>
              </a:spcAft>
              <a:defRPr sz="2800"/>
            </a:lvl4pPr>
            <a:lvl5pPr>
              <a:lnSpc>
                <a:spcPct val="100000"/>
              </a:lnSpc>
              <a:spcBef>
                <a:spcPts val="0"/>
              </a:spcBef>
              <a:spcAft>
                <a:spcPts val="0"/>
              </a:spcAft>
              <a:defRPr sz="280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Gray slice heading">
    <p:bg>
      <p:bgPr>
        <a:solidFill>
          <a:schemeClr val="bg1"/>
        </a:solidFill>
        <a:effectLst/>
      </p:bgPr>
    </p:bg>
    <p:spTree>
      <p:nvGrpSpPr>
        <p:cNvPr id="1" name=""/>
        <p:cNvGrpSpPr/>
        <p:nvPr/>
      </p:nvGrpSpPr>
      <p:grpSpPr>
        <a:xfrm>
          <a:off x="0" y="0"/>
          <a:ext cx="0" cy="0"/>
          <a:chOff x="0" y="0"/>
          <a:chExt cx="0" cy="0"/>
        </a:xfrm>
      </p:grpSpPr>
      <p:sp>
        <p:nvSpPr>
          <p:cNvPr id="8" name="Rectangle 7"/>
          <p:cNvSpPr/>
          <p:nvPr userDrawn="1"/>
        </p:nvSpPr>
        <p:spPr bwMode="ltGray">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noAutofit/>
          </a:bodyPr>
          <a:lstStyle/>
          <a:p>
            <a:pPr algn="l">
              <a:lnSpc>
                <a:spcPct val="90000"/>
              </a:lnSpc>
              <a:spcAft>
                <a:spcPts val="1000"/>
              </a:spcAft>
            </a:pPr>
            <a:endParaRPr lang="en-US" sz="1200" dirty="0">
              <a:solidFill>
                <a:schemeClr val="bg1"/>
              </a:solidFill>
              <a:latin typeface="+mn-lt"/>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dirty="0"/>
          </a:p>
        </p:txBody>
      </p:sp>
      <p:sp>
        <p:nvSpPr>
          <p:cNvPr id="9" name="Title 1"/>
          <p:cNvSpPr>
            <a:spLocks noGrp="1"/>
          </p:cNvSpPr>
          <p:nvPr>
            <p:ph type="title" hasCustomPrompt="1"/>
          </p:nvPr>
        </p:nvSpPr>
        <p:spPr bwMode="ltGray">
          <a:xfrm>
            <a:off x="630000" y="1544274"/>
            <a:ext cx="3452400" cy="1495794"/>
          </a:xfrm>
          <a:noFill/>
        </p:spPr>
        <p:txBody>
          <a:bodyPr wrap="square" lIns="0" tIns="0" rIns="320040" bIns="0" anchor="b">
            <a:noAutofit/>
          </a:bodyPr>
          <a:lstStyle>
            <a:lvl1pPr>
              <a:defRPr sz="3200">
                <a:solidFill>
                  <a:schemeClr val="tx2"/>
                </a:solidFill>
                <a:latin typeface="+mj-lt"/>
              </a:defRPr>
            </a:lvl1pPr>
          </a:lstStyle>
          <a:p>
            <a:r>
              <a:rPr lang="en-US" dirty="0"/>
              <a:t>Click to add title</a:t>
            </a:r>
            <a:endParaRPr lang="en-US" dirty="0"/>
          </a:p>
        </p:txBody>
      </p:sp>
      <p:sp>
        <p:nvSpPr>
          <p:cNvPr id="10"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showMasterSp="0">
  <p:cSld name="Section header box">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bwMode="blackWhite">
          <a:xfrm>
            <a:off x="1284742" y="2668041"/>
            <a:ext cx="9620491" cy="3201026"/>
          </a:xfrm>
          <a:prstGeom prst="rect">
            <a:avLst/>
          </a:prstGeom>
          <a:ln w="9525">
            <a:solidFill>
              <a:schemeClr val="bg1"/>
            </a:solidFill>
          </a:ln>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endParaRPr lang="en-US" dirty="0"/>
          </a:p>
        </p:txBody>
      </p:sp>
      <p:sp>
        <p:nvSpPr>
          <p:cNvPr id="4" name="TextBox 3"/>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fld>
            <a:endParaRPr lang="en-US" sz="1000" kern="1200" dirty="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59" name="Rectangle 58"/>
          <p:cNvSpPr/>
          <p:nvPr userDrawn="1"/>
        </p:nvSpPr>
        <p:spPr bwMode="white">
          <a:xfrm>
            <a:off x="1284743" y="1428131"/>
            <a:ext cx="947672" cy="947672"/>
          </a:xfrm>
          <a:prstGeom prst="rect">
            <a:avLst/>
          </a:prstGeom>
          <a:noFill/>
          <a:ln>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9"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showMasterSp="0" userDrawn="1">
  <p:cSld name="Section header line">
    <p:bg bwMode="black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5" name="TextBox 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fld>
            <a:endParaRPr lang="en-US" sz="1000" kern="1200" dirty="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4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bg1"/>
                </a:solidFill>
                <a:latin typeface="+mj-lt"/>
                <a:sym typeface="Trebuchet MS" panose="020B0603020202020204" pitchFamily="34" charset="0"/>
              </a:defRPr>
            </a:lvl1pPr>
          </a:lstStyle>
          <a:p>
            <a:r>
              <a:rPr lang="en-US" dirty="0"/>
              <a:t>Click to add big statement text</a:t>
            </a:r>
            <a:endParaRPr lang="en-US" dirty="0"/>
          </a:p>
        </p:txBody>
      </p:sp>
      <p:cxnSp>
        <p:nvCxnSpPr>
          <p:cNvPr id="148" name="Straight Connector 147"/>
          <p:cNvCxnSpPr/>
          <p:nvPr userDrawn="1"/>
        </p:nvCxnSpPr>
        <p:spPr bwMode="white">
          <a:xfrm>
            <a:off x="618898" y="3680016"/>
            <a:ext cx="11576304" cy="0"/>
          </a:xfrm>
          <a:prstGeom prst="line">
            <a:avLst/>
          </a:prstGeom>
          <a:ln w="19050"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showMasterSp="0" userDrawn="1">
  <p:cSld name="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a:fillRect/>
          </a:stretch>
        </p:blipFill>
        <p:spPr bwMode="ltGray">
          <a:xfrm flipV="1">
            <a:off x="4064994" y="0"/>
            <a:ext cx="416951" cy="6858000"/>
          </a:xfrm>
          <a:prstGeom prst="rect">
            <a:avLst/>
          </a:prstGeom>
        </p:spPr>
      </p:pic>
      <p:sp>
        <p:nvSpPr>
          <p:cNvPr id="17"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fld>
            <a:endParaRPr lang="en-US" sz="1000" kern="1200" dirty="0">
              <a:solidFill>
                <a:schemeClr val="bg1"/>
              </a:solidFill>
              <a:latin typeface="+mn-lt"/>
              <a:ea typeface="+mn-ea"/>
              <a:cs typeface="+mn-cs"/>
              <a:sym typeface="Trebuchet MS" panose="020B0603020202020204" pitchFamily="34" charset="0"/>
            </a:endParaRPr>
          </a:p>
        </p:txBody>
      </p:sp>
      <p:sp>
        <p:nvSpPr>
          <p:cNvPr id="26" name="Rectangle 25"/>
          <p:cNvSpPr/>
          <p:nvPr userDrawn="1"/>
        </p:nvSpPr>
        <p:spPr bwMode="white">
          <a:xfrm>
            <a:off x="0" y="0"/>
            <a:ext cx="407950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7"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tx2"/>
                </a:solidFill>
                <a:latin typeface="+mj-lt"/>
                <a:sym typeface="Trebuchet MS" panose="020B0603020202020204" pitchFamily="34" charset="0"/>
              </a:defRPr>
            </a:lvl1pPr>
          </a:lstStyle>
          <a:p>
            <a:r>
              <a:rPr lang="en-US" dirty="0"/>
              <a:t>Click to add title</a:t>
            </a:r>
            <a:endParaRPr lang="en-US" dirty="0"/>
          </a:p>
        </p:txBody>
      </p:sp>
      <p:sp>
        <p:nvSpPr>
          <p:cNvPr id="11" name="FooterSimple" hidden="1"/>
          <p:cNvSpPr txBox="1"/>
          <p:nvPr userDrawn="1">
            <p:custDataLst>
              <p:tags r:id="rId3"/>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showMasterSp="0" userDrawn="1">
  <p:cSld name="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a:fillRect/>
          </a:stretch>
        </p:blipFill>
        <p:spPr bwMode="ltGray">
          <a:xfrm flipV="1">
            <a:off x="7165606" y="0"/>
            <a:ext cx="416951" cy="6858000"/>
          </a:xfrm>
          <a:prstGeom prst="rect">
            <a:avLst/>
          </a:prstGeom>
        </p:spPr>
      </p:pic>
      <p:sp>
        <p:nvSpPr>
          <p:cNvPr id="13" name="Rectangle 12"/>
          <p:cNvSpPr/>
          <p:nvPr userDrawn="1"/>
        </p:nvSpPr>
        <p:spPr bwMode="white">
          <a:xfrm>
            <a:off x="0" y="0"/>
            <a:ext cx="7171956"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7" name="TextBox 16"/>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fld>
            <a:endParaRPr lang="en-US" sz="1000" kern="1200" dirty="0">
              <a:solidFill>
                <a:schemeClr val="bg1"/>
              </a:solidFill>
              <a:latin typeface="+mn-lt"/>
              <a:ea typeface="+mn-ea"/>
              <a:cs typeface="+mn-cs"/>
              <a:sym typeface="Trebuchet MS" panose="020B0603020202020204" pitchFamily="34" charset="0"/>
            </a:endParaRPr>
          </a:p>
        </p:txBody>
      </p:sp>
      <p:sp>
        <p:nvSpPr>
          <p:cNvPr id="23"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endParaRPr lang="en-US" dirty="0"/>
          </a:p>
        </p:txBody>
      </p:sp>
      <p:sp>
        <p:nvSpPr>
          <p:cNvPr id="11" name="FooterSimple" hidden="1"/>
          <p:cNvSpPr txBox="1"/>
          <p:nvPr userDrawn="1">
            <p:custDataLst>
              <p:tags r:id="rId3"/>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showMasterSp="0" userDrawn="1">
  <p:cSld name="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a:fillRect/>
          </a:stretch>
        </p:blipFill>
        <p:spPr bwMode="ltGray">
          <a:xfrm flipH="1">
            <a:off x="3671068" y="0"/>
            <a:ext cx="416951" cy="6858000"/>
          </a:xfrm>
          <a:prstGeom prst="rect">
            <a:avLst/>
          </a:prstGeom>
        </p:spPr>
      </p:pic>
      <p:sp>
        <p:nvSpPr>
          <p:cNvPr id="11"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bg1"/>
                </a:solidFill>
                <a:latin typeface="+mj-lt"/>
                <a:sym typeface="Trebuchet MS" panose="020B0603020202020204" pitchFamily="34" charset="0"/>
              </a:defRPr>
            </a:lvl1pPr>
          </a:lstStyle>
          <a:p>
            <a:r>
              <a:rPr lang="en-US" dirty="0"/>
              <a:t>Click to add title</a:t>
            </a:r>
            <a:endParaRPr lang="en-US" dirty="0"/>
          </a:p>
        </p:txBody>
      </p:sp>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2"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4" name="FooterSimple" hidden="1"/>
          <p:cNvSpPr txBox="1"/>
          <p:nvPr userDrawn="1">
            <p:custDataLst>
              <p:tags r:id="rId3"/>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showMasterSp="0" userDrawn="1">
  <p:cSld name="Green half">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a:fillRect/>
          </a:stretch>
        </p:blipFill>
        <p:spPr bwMode="ltGray">
          <a:xfrm flipH="1">
            <a:off x="5689582" y="0"/>
            <a:ext cx="416951" cy="6858000"/>
          </a:xfrm>
          <a:prstGeom prst="rect">
            <a:avLst/>
          </a:prstGeom>
        </p:spPr>
      </p:pic>
      <p:sp>
        <p:nvSpPr>
          <p:cNvPr id="12" name="Rectangle 11"/>
          <p:cNvSpPr/>
          <p:nvPr userDrawn="1"/>
        </p:nvSpPr>
        <p:spPr>
          <a:xfrm>
            <a:off x="6096000" y="0"/>
            <a:ext cx="6096000" cy="6858000"/>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endParaRPr lang="en-US" dirty="0"/>
          </a:p>
        </p:txBody>
      </p:sp>
      <p:sp>
        <p:nvSpPr>
          <p:cNvPr id="14" name="Title 1"/>
          <p:cNvSpPr>
            <a:spLocks noGrp="1"/>
          </p:cNvSpPr>
          <p:nvPr>
            <p:ph type="title" hasCustomPrompt="1"/>
          </p:nvPr>
        </p:nvSpPr>
        <p:spPr bwMode="black">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endParaRPr lang="en-US" dirty="0"/>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7" name="FooterSimple" hidden="1"/>
          <p:cNvSpPr txBox="1"/>
          <p:nvPr userDrawn="1">
            <p:custDataLst>
              <p:tags r:id="rId3"/>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showMasterSp="0" userDrawn="1">
  <p:cSld name="Green two third">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a:fillRect/>
          </a:stretch>
        </p:blipFill>
        <p:spPr bwMode="ltGray">
          <a:xfrm flipH="1">
            <a:off x="7409849" y="0"/>
            <a:ext cx="416951" cy="6858000"/>
          </a:xfrm>
          <a:prstGeom prst="rect">
            <a:avLst/>
          </a:prstGeom>
        </p:spPr>
      </p:pic>
      <p:sp>
        <p:nvSpPr>
          <p:cNvPr id="10" name="Rectangle 9"/>
          <p:cNvSpPr/>
          <p:nvPr userDrawn="1"/>
        </p:nvSpPr>
        <p:spPr bwMode="gray">
          <a:xfrm>
            <a:off x="7819543" y="0"/>
            <a:ext cx="437245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1"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endParaRPr lang="en-US" dirty="0"/>
          </a:p>
        </p:txBody>
      </p:sp>
      <p:sp>
        <p:nvSpPr>
          <p:cNvPr id="12"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5" name="Copyright"/>
          <p:cNvSpPr txBox="1"/>
          <p:nvPr userDrawn="1"/>
        </p:nvSpPr>
        <p:spPr>
          <a:xfrm rot="16200000">
            <a:off x="9486900" y="3916394"/>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4" name="Title 1"/>
          <p:cNvSpPr>
            <a:spLocks noGrp="1"/>
          </p:cNvSpPr>
          <p:nvPr>
            <p:ph type="title" hasCustomPrompt="1"/>
          </p:nvPr>
        </p:nvSpPr>
        <p:spPr bwMode="blackWhite">
          <a:xfrm>
            <a:off x="630000" y="180465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dirty="0"/>
              <a:t>Click to edit title</a:t>
            </a:r>
            <a:endParaRPr lang="en-US" dirty="0"/>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FooterSimple" hidden="1"/>
          <p:cNvSpPr txBox="1"/>
          <p:nvPr userDrawn="1">
            <p:custDataLst>
              <p:tags r:id="rId3"/>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showMasterSp="0" userDrawn="1">
  <p:cSld name="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6"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5"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fld>
            <a:endParaRPr lang="en-US" sz="1000" kern="1200" dirty="0">
              <a:solidFill>
                <a:schemeClr val="bg1"/>
              </a:solidFill>
              <a:latin typeface="+mn-lt"/>
              <a:ea typeface="+mn-ea"/>
              <a:cs typeface="+mn-cs"/>
              <a:sym typeface="Trebuchet MS" panose="020B0603020202020204" pitchFamily="34" charset="0"/>
            </a:endParaRPr>
          </a:p>
        </p:txBody>
      </p:sp>
      <p:sp>
        <p:nvSpPr>
          <p:cNvPr id="17" name="Title 2"/>
          <p:cNvSpPr>
            <a:spLocks noGrp="1"/>
          </p:cNvSpPr>
          <p:nvPr>
            <p:ph type="title" hasCustomPrompt="1"/>
          </p:nvPr>
        </p:nvSpPr>
        <p:spPr>
          <a:xfrm>
            <a:off x="630000" y="2764203"/>
            <a:ext cx="2478638" cy="1314311"/>
          </a:xfrm>
          <a:prstGeom prst="rect">
            <a:avLst/>
          </a:prstGeom>
        </p:spPr>
        <p:txBody>
          <a:bodyPr anchor="ctr">
            <a:noAutofit/>
          </a:bodyPr>
          <a:lstStyle>
            <a:lvl1pPr>
              <a:defRPr sz="3200" baseline="0">
                <a:solidFill>
                  <a:schemeClr val="tx2"/>
                </a:solidFill>
                <a:latin typeface="+mj-lt"/>
                <a:sym typeface="Trebuchet MS" panose="020B0603020202020204" pitchFamily="34" charset="0"/>
              </a:defRPr>
            </a:lvl1pPr>
          </a:lstStyle>
          <a:p>
            <a:r>
              <a:rPr lang="en-US" dirty="0">
                <a:solidFill>
                  <a:schemeClr val="tx2"/>
                </a:solidFill>
              </a:rPr>
              <a:t>Click to add title</a:t>
            </a:r>
            <a:endParaRPr lang="en-US" dirty="0">
              <a:solidFill>
                <a:schemeClr val="tx2"/>
              </a:solidFill>
            </a:endParaRPr>
          </a:p>
        </p:txBody>
      </p:sp>
      <p:sp>
        <p:nvSpPr>
          <p:cNvPr id="10"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9" name="Picture 8"/>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showMasterSp="0" userDrawn="1">
  <p:cSld name="Green left arrow">
    <p:bg>
      <p:bgPr>
        <a:solidFill>
          <a:srgbClr val="F2F2F2"/>
        </a:solidFill>
        <a:effectLst/>
      </p:bgPr>
    </p:bg>
    <p:spTree>
      <p:nvGrpSpPr>
        <p:cNvPr id="1" name=""/>
        <p:cNvGrpSpPr/>
        <p:nvPr/>
      </p:nvGrpSpPr>
      <p:grpSpPr>
        <a:xfrm>
          <a:off x="0" y="0"/>
          <a:ext cx="0" cy="0"/>
          <a:chOff x="0" y="0"/>
          <a:chExt cx="0" cy="0"/>
        </a:xfrm>
      </p:grpSpPr>
      <p:sp>
        <p:nvSpPr>
          <p:cNvPr id="16" name="Freeform 14"/>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2764203"/>
            <a:ext cx="2478638" cy="1314311"/>
          </a:xfrm>
        </p:spPr>
        <p:txBody>
          <a:bodyPr anchor="ctr" anchorCtr="0">
            <a:noAutofit/>
          </a:bodyPr>
          <a:lstStyle>
            <a:lvl1pPr>
              <a:defRPr sz="3200" baseline="0">
                <a:solidFill>
                  <a:srgbClr val="FFFFFF"/>
                </a:solidFill>
                <a:latin typeface="+mj-lt"/>
              </a:defRPr>
            </a:lvl1pPr>
          </a:lstStyle>
          <a:p>
            <a:r>
              <a:rPr lang="en-US" dirty="0"/>
              <a:t>Click to add title</a:t>
            </a:r>
            <a:endParaRPr lang="en-US" dirty="0"/>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7"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6216" b="7716"/>
          <a:stretch>
            <a:fillRect/>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showMasterSp="0" userDrawn="1">
  <p:cSld name="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0" name="think-cell Slide" r:id="rId3" imgW="10795" imgH="10795" progId="TCLayout.ActiveDocument.1">
                  <p:embed/>
                </p:oleObj>
              </mc:Choice>
              <mc:Fallback>
                <p:oleObj name="think-cell Slide" r:id="rId3" imgW="10795" imgH="10795" progId="TCLayout.ActiveDocument.1">
                  <p:embed/>
                  <p:pic>
                    <p:nvPicPr>
                      <p:cNvPr id="0" name="图片 -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TextBox 4"/>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fld>
            <a:endParaRPr lang="en-US" sz="800" kern="1200" dirty="0">
              <a:solidFill>
                <a:schemeClr val="bg1"/>
              </a:solidFill>
              <a:latin typeface="+mn-lt"/>
              <a:ea typeface="+mn-ea"/>
              <a:cs typeface="+mn-cs"/>
              <a:sym typeface="Trebuchet MS" panose="020B0603020202020204" pitchFamily="34" charset="0"/>
            </a:endParaRPr>
          </a:p>
        </p:txBody>
      </p:sp>
      <p:sp>
        <p:nvSpPr>
          <p:cNvPr id="8"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3" name="Pentagon 3"/>
          <p:cNvSpPr/>
          <p:nvPr userDrawn="1"/>
        </p:nvSpPr>
        <p:spPr bwMode="white">
          <a:xfrm>
            <a:off x="1" y="0"/>
            <a:ext cx="5426920"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dirty="0"/>
              <a:t>Click to add title</a:t>
            </a:r>
            <a:endParaRPr lang="en-US" dirty="0"/>
          </a:p>
        </p:txBody>
      </p:sp>
      <p:sp>
        <p:nvSpPr>
          <p:cNvPr id="10" name="FooterSimple" hidden="1"/>
          <p:cNvSpPr txBox="1"/>
          <p:nvPr userDrawn="1">
            <p:custDataLst>
              <p:tags r:id="rId5"/>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5" name="Picture 14"/>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showMasterSp="0" userDrawn="1">
  <p:cSld name="Green arrow one third">
    <p:bg>
      <p:bgPr>
        <a:solidFill>
          <a:srgbClr val="F2F2F2"/>
        </a:solidFill>
        <a:effectLst/>
      </p:bgPr>
    </p:bg>
    <p:spTree>
      <p:nvGrpSpPr>
        <p:cNvPr id="1" name=""/>
        <p:cNvGrpSpPr/>
        <p:nvPr/>
      </p:nvGrpSpPr>
      <p:grpSpPr>
        <a:xfrm>
          <a:off x="0" y="0"/>
          <a:ext cx="0" cy="0"/>
          <a:chOff x="0" y="0"/>
          <a:chExt cx="0" cy="0"/>
        </a:xfrm>
      </p:grpSpPr>
      <p:sp>
        <p:nvSpPr>
          <p:cNvPr id="13"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dirty="0"/>
              <a:t>Click to add title</a:t>
            </a:r>
            <a:endParaRPr lang="en-US" dirty="0"/>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8"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7562" b="6867"/>
          <a:stretch>
            <a:fillRect/>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showMasterSp="0" userDrawn="1">
  <p:cSld name="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6"/>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fld>
            <a:endParaRPr lang="en-US" sz="1000" kern="1200" dirty="0">
              <a:solidFill>
                <a:schemeClr val="bg1"/>
              </a:solidFill>
              <a:latin typeface="+mn-lt"/>
              <a:ea typeface="+mn-ea"/>
              <a:cs typeface="+mn-cs"/>
              <a:sym typeface="Trebuchet MS" panose="020B0603020202020204" pitchFamily="34" charset="0"/>
            </a:endParaRPr>
          </a:p>
        </p:txBody>
      </p:sp>
      <p:sp>
        <p:nvSpPr>
          <p:cNvPr id="14" name="Pentagon 8"/>
          <p:cNvSpPr/>
          <p:nvPr userDrawn="1"/>
        </p:nvSpPr>
        <p:spPr bwMode="white">
          <a:xfrm>
            <a:off x="0" y="0"/>
            <a:ext cx="6363546"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endParaRPr lang="en-US" dirty="0"/>
          </a:p>
        </p:txBody>
      </p:sp>
      <p:sp>
        <p:nvSpPr>
          <p:cNvPr id="10"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9" name="Picture 8"/>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showMasterSp="0" userDrawn="1">
  <p:cSld name="Green arrow half">
    <p:bg>
      <p:bgPr>
        <a:solidFill>
          <a:srgbClr val="F2F2F2"/>
        </a:solidFill>
        <a:effectLst/>
      </p:bgPr>
    </p:bg>
    <p:spTree>
      <p:nvGrpSpPr>
        <p:cNvPr id="1" name=""/>
        <p:cNvGrpSpPr/>
        <p:nvPr/>
      </p:nvGrpSpPr>
      <p:grpSpPr>
        <a:xfrm>
          <a:off x="0" y="0"/>
          <a:ext cx="0" cy="0"/>
          <a:chOff x="0" y="0"/>
          <a:chExt cx="0" cy="0"/>
        </a:xfrm>
      </p:grpSpPr>
      <p:sp>
        <p:nvSpPr>
          <p:cNvPr id="14" name="Pentagon 8"/>
          <p:cNvSpPr/>
          <p:nvPr userDrawn="1"/>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dirty="0"/>
              <a:t>Click to add title</a:t>
            </a:r>
            <a:endParaRPr lang="en-US" dirty="0"/>
          </a:p>
        </p:txBody>
      </p:sp>
      <p:sp>
        <p:nvSpPr>
          <p:cNvPr id="12"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0"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a:fillRect/>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showMasterSp="0" userDrawn="1">
  <p:cSld name="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fld>
            <a:endParaRPr lang="en-US" sz="1000" kern="1200" dirty="0">
              <a:solidFill>
                <a:schemeClr val="bg1"/>
              </a:solidFill>
              <a:latin typeface="+mn-lt"/>
              <a:ea typeface="+mn-ea"/>
              <a:cs typeface="+mn-cs"/>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endParaRPr lang="en-US" dirty="0"/>
          </a:p>
        </p:txBody>
      </p:sp>
      <p:sp>
        <p:nvSpPr>
          <p:cNvPr id="14"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6" name="Picture 15"/>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showMasterSp="0" userDrawn="1">
  <p:cSld name="Green arrow two third">
    <p:bg>
      <p:bgPr>
        <a:solidFill>
          <a:srgbClr val="F2F2F2"/>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dirty="0"/>
              <a:t>Click to add title</a:t>
            </a:r>
            <a:endParaRPr lang="en-US" dirty="0"/>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0"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a:fillRect/>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showMasterSp="0" userDrawn="1">
  <p:cSld name="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3" name="TextBox 2"/>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fld>
            <a:endParaRPr lang="en-US" sz="1000" kern="1200" dirty="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8"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endParaRPr lang="en-US" dirty="0"/>
          </a:p>
        </p:txBody>
      </p:sp>
      <p:sp>
        <p:nvSpPr>
          <p:cNvPr id="10"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ig statement icon">
    <p:bg>
      <p:bgPr>
        <a:solidFill>
          <a:schemeClr val="bg1">
            <a:lumMod val="95000"/>
          </a:schemeClr>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endParaRPr lang="en-US" dirty="0"/>
          </a:p>
        </p:txBody>
      </p:sp>
      <p:sp>
        <p:nvSpPr>
          <p:cNvPr id="10"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showMasterSp="0" userDrawn="1">
  <p:cSld name="Quote">
    <p:bg>
      <p:bgPr>
        <a:solidFill>
          <a:schemeClr val="accent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0" name="think-cell Slide" r:id="rId3" imgW="10795" imgH="10795" progId="TCLayout.ActiveDocument.1">
                  <p:embed/>
                </p:oleObj>
              </mc:Choice>
              <mc:Fallback>
                <p:oleObj name="think-cell Slide" r:id="rId3" imgW="10795" imgH="10795" progId="TCLayout.ActiveDocument.1">
                  <p:embed/>
                  <p:pic>
                    <p:nvPicPr>
                      <p:cNvPr id="0" name="图片 -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fld>
            <a:endParaRPr lang="en-US" sz="1000" kern="1200" dirty="0">
              <a:solidFill>
                <a:schemeClr val="bg1"/>
              </a:solidFill>
              <a:latin typeface="+mn-lt"/>
              <a:ea typeface="+mn-ea"/>
              <a:cs typeface="+mn-cs"/>
              <a:sym typeface="Trebuchet MS" panose="020B0603020202020204" pitchFamily="34" charset="0"/>
            </a:endParaRPr>
          </a:p>
        </p:txBody>
      </p:sp>
      <p:pic>
        <p:nvPicPr>
          <p:cNvPr id="7" name="Picture 6"/>
          <p:cNvPicPr>
            <a:picLocks noChangeAspect="1"/>
          </p:cNvPicPr>
          <p:nvPr userDrawn="1"/>
        </p:nvPicPr>
        <p:blipFill rotWithShape="1">
          <a:blip r:embed="rId5">
            <a:extLst>
              <a:ext uri="{28A0092B-C50C-407E-A947-70E740481C1C}">
                <a14:useLocalDpi xmlns:a14="http://schemas.microsoft.com/office/drawing/2010/main" val="0"/>
              </a:ext>
            </a:extLst>
          </a:blip>
          <a:srcRect r="3634" b="1258"/>
          <a:stretch>
            <a:fillRect/>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noAutofit/>
          </a:bodyPr>
          <a:lstStyle/>
          <a:p>
            <a:endParaRPr lang="en-US" dirty="0">
              <a:latin typeface="+mn-lt"/>
              <a:sym typeface="Trebuchet MS" panose="020B0603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showMasterSp="0" userDrawn="1">
  <p:cSld name="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4"/>
          </p:nvPr>
        </p:nvSpPr>
        <p:spPr bwMode="white">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4" name="Title 3"/>
          <p:cNvSpPr>
            <a:spLocks noGrp="1"/>
          </p:cNvSpPr>
          <p:nvPr>
            <p:ph type="title" hasCustomPrompt="1"/>
          </p:nvPr>
        </p:nvSpPr>
        <p:spPr>
          <a:xfrm>
            <a:off x="630000" y="622800"/>
            <a:ext cx="10933200" cy="470898"/>
          </a:xfrm>
        </p:spPr>
        <p:txBody>
          <a:bodyPr/>
          <a:lstStyle>
            <a:lvl1pPr>
              <a:defRPr sz="3400">
                <a:solidFill>
                  <a:schemeClr val="bg1"/>
                </a:solidFill>
                <a:latin typeface="+mj-lt"/>
                <a:sym typeface="Trebuchet MS" panose="020B0603020202020204" pitchFamily="34" charset="0"/>
              </a:defRPr>
            </a:lvl1pPr>
          </a:lstStyle>
          <a:p>
            <a:r>
              <a:rPr lang="en-US" dirty="0"/>
              <a:t>Click to add title</a:t>
            </a:r>
            <a:endParaRPr lang="en-US" dirty="0"/>
          </a:p>
        </p:txBody>
      </p:sp>
      <p:sp>
        <p:nvSpPr>
          <p:cNvPr id="8"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2"/>
        </a:solidFill>
        <a:effectLst/>
      </p:bgPr>
    </p:bg>
    <p:spTree>
      <p:nvGrpSpPr>
        <p:cNvPr id="1" name=""/>
        <p:cNvGrpSpPr/>
        <p:nvPr/>
      </p:nvGrpSpPr>
      <p:grpSpPr>
        <a:xfrm>
          <a:off x="0" y="0"/>
          <a:ext cx="0" cy="0"/>
          <a:chOff x="0" y="0"/>
          <a:chExt cx="0" cy="0"/>
        </a:xfrm>
      </p:grpSpPr>
      <p:sp>
        <p:nvSpPr>
          <p:cNvPr id="5" name="Date Placeholder 4"/>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showMasterSp="0" userDrawn="1">
  <p:cSld name="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2"/>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8"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Disclaimer">
    <p:bg>
      <p:bgPr>
        <a:solidFill>
          <a:schemeClr val="bg2"/>
        </a:solidFill>
        <a:effectLst/>
      </p:bgPr>
    </p:bg>
    <p:spTree>
      <p:nvGrpSpPr>
        <p:cNvPr id="1" name=""/>
        <p:cNvGrpSpPr/>
        <p:nvPr/>
      </p:nvGrpSpPr>
      <p:grpSpPr>
        <a:xfrm>
          <a:off x="0" y="0"/>
          <a:ext cx="0" cy="0"/>
          <a:chOff x="0" y="0"/>
          <a:chExt cx="0" cy="0"/>
        </a:xfrm>
      </p:grpSpPr>
      <p:sp>
        <p:nvSpPr>
          <p:cNvPr id="6" name="Rectangle 5"/>
          <p:cNvSpPr/>
          <p:nvPr/>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dirty="0">
                <a:latin typeface="+mn-lt"/>
                <a:sym typeface="Trebuchet MS" panose="020B0603020202020204" pitchFamily="34" charset="0"/>
              </a:rPr>
              <a:t>The services and materials provided by Boston Consulting Group (BCG) are subject to BCG's Standard Terms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to update these materials after the date hereof, notwithstanding that such information may become outdated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inaccurate.</a:t>
            </a:r>
            <a:endParaRPr lang="en-US" sz="900" b="0" dirty="0">
              <a:latin typeface="+mn-lt"/>
              <a:sym typeface="Trebuchet MS" panose="020B0603020202020204" pitchFamily="34" charset="0"/>
            </a:endParaRPr>
          </a:p>
          <a:p>
            <a:pPr indent="0">
              <a:lnSpc>
                <a:spcPct val="100000"/>
              </a:lnSpc>
            </a:pPr>
            <a:r>
              <a:rPr lang="en-US" sz="900" b="0" dirty="0">
                <a:latin typeface="+mn-lt"/>
                <a:sym typeface="Trebuchet MS" panose="020B0603020202020204" pitchFamily="34" charset="0"/>
              </a:rPr>
              <a:t> </a:t>
            </a:r>
            <a:endParaRPr lang="en-US" sz="900" b="0" dirty="0">
              <a:latin typeface="+mn-lt"/>
              <a:sym typeface="Trebuchet MS" panose="020B0603020202020204" pitchFamily="34" charset="0"/>
            </a:endParaRPr>
          </a:p>
          <a:p>
            <a:pPr indent="0">
              <a:lnSpc>
                <a:spcPct val="100000"/>
              </a:lnSpc>
            </a:pPr>
            <a:r>
              <a:rPr lang="en-US" sz="900" b="0" dirty="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of this document shall be deemed agreement with and consideration for the foregoing.</a:t>
            </a:r>
            <a:endParaRPr lang="en-US" sz="900" b="0" dirty="0">
              <a:latin typeface="+mn-lt"/>
              <a:sym typeface="Trebuchet MS" panose="020B0603020202020204" pitchFamily="34" charset="0"/>
            </a:endParaRPr>
          </a:p>
          <a:p>
            <a:pPr indent="0">
              <a:lnSpc>
                <a:spcPct val="100000"/>
              </a:lnSpc>
            </a:pPr>
            <a:endParaRPr lang="en-US" sz="900" b="0" dirty="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defRPr/>
            </a:pPr>
            <a:r>
              <a:rPr lang="en-US" sz="900" b="0" dirty="0">
                <a:latin typeface="+mn-lt"/>
                <a:sym typeface="Trebuchet MS" panose="020B0603020202020204" pitchFamily="34" charset="0"/>
              </a:rPr>
              <a:t>BCG does not provide fairness opinions or valuations of market transactions, and these materials should not be relied 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or operating assumptions will clearly impact the analyses and conclusions.</a:t>
            </a:r>
            <a:endParaRPr lang="en-US" sz="900" b="0" dirty="0">
              <a:latin typeface="+mn-lt"/>
              <a:sym typeface="Trebuchet MS" panose="020B0603020202020204" pitchFamily="34" charset="0"/>
            </a:endParaRPr>
          </a:p>
        </p:txBody>
      </p:sp>
      <p:sp>
        <p:nvSpPr>
          <p:cNvPr id="7" name="Title 6"/>
          <p:cNvSpPr txBox="1"/>
          <p:nvPr/>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dirty="0">
                <a:gradFill>
                  <a:gsLst>
                    <a:gs pos="100000">
                      <a:schemeClr val="tx2"/>
                    </a:gs>
                    <a:gs pos="2000">
                      <a:schemeClr val="accent2"/>
                    </a:gs>
                  </a:gsLst>
                  <a:lin ang="2700000" scaled="0"/>
                </a:gradFill>
                <a:latin typeface="+mn-lt"/>
                <a:sym typeface="Trebuchet MS" panose="020B0603020202020204" pitchFamily="34" charset="0"/>
              </a:rPr>
              <a:t>Disclaimer</a:t>
            </a:r>
            <a:endParaRPr lang="en-US" sz="5100" dirty="0">
              <a:gradFill>
                <a:gsLst>
                  <a:gs pos="100000">
                    <a:schemeClr val="tx2"/>
                  </a:gs>
                  <a:gs pos="2000">
                    <a:schemeClr val="accent2"/>
                  </a:gs>
                </a:gsLst>
                <a:lin ang="2700000" scaled="0"/>
              </a:gradFill>
              <a:latin typeface="+mn-lt"/>
              <a:sym typeface="Trebuchet MS" panose="020B0603020202020204" pitchFamily="34" charset="0"/>
            </a:endParaRPr>
          </a:p>
        </p:txBody>
      </p:sp>
      <p:cxnSp>
        <p:nvCxnSpPr>
          <p:cNvPr id="9" name="Straight Connector 8"/>
          <p:cNvCxnSpPr/>
          <p:nvPr/>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2" name="Date Placeholder 1"/>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1"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showMasterSp="0">
  <p:cSld name="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0" name="think-cell Slide" r:id="rId3" imgW="8890" imgH="8890" progId="TCLayout.ActiveDocument.1">
                  <p:embed/>
                </p:oleObj>
              </mc:Choice>
              <mc:Fallback>
                <p:oleObj name="think-cell Slide" r:id="rId3" imgW="8890" imgH="8890" progId="TCLayout.ActiveDocument.1">
                  <p:embed/>
                  <p:pic>
                    <p:nvPicPr>
                      <p:cNvPr id="0" name="图片 -1"/>
                      <p:cNvPicPr/>
                      <p:nvPr/>
                    </p:nvPicPr>
                    <p:blipFill>
                      <a:blip r:embed="rId4"/>
                      <a:stretch>
                        <a:fillRect/>
                      </a:stretch>
                    </p:blipFill>
                    <p:spPr>
                      <a:xfrm>
                        <a:off x="1588" y="1588"/>
                        <a:ext cx="1587" cy="1587"/>
                      </a:xfrm>
                      <a:prstGeom prst="rect">
                        <a:avLst/>
                      </a:prstGeom>
                    </p:spPr>
                  </p:pic>
                </p:oleObj>
              </mc:Fallback>
            </mc:AlternateContent>
          </a:graphicData>
        </a:graphic>
      </p:graphicFrame>
      <p:pic>
        <p:nvPicPr>
          <p:cNvPr id="9" name="TitleAndEndImages"/>
          <p:cNvPicPr>
            <a:picLocks noChangeAspect="1"/>
          </p:cNvPicPr>
          <p:nvPr userDrawn="1">
            <p:custDataLst>
              <p:tags r:id="rId5"/>
            </p:custDataLst>
          </p:nvPr>
        </p:nvPicPr>
        <p:blipFill>
          <a:blip r:embed="rId6">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8" name="Rectangle 7"/>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15" name="TextBox 14"/>
          <p:cNvSpPr txBox="1"/>
          <p:nvPr/>
        </p:nvSpPr>
        <p:spPr bwMode="white">
          <a:xfrm>
            <a:off x="924979" y="5715178"/>
            <a:ext cx="840801" cy="170110"/>
          </a:xfrm>
          <a:prstGeom prst="rect">
            <a:avLst/>
          </a:prstGeom>
          <a:noFill/>
        </p:spPr>
        <p:txBody>
          <a:bodyPr wrap="none" lIns="0" tIns="0" rIns="0" bIns="0" rtlCol="0" anchor="b">
            <a:noAutofit/>
          </a:bodyPr>
          <a:lstStyle/>
          <a:p>
            <a:pPr>
              <a:lnSpc>
                <a:spcPct val="90000"/>
              </a:lnSpc>
              <a:spcAft>
                <a:spcPts val="600"/>
              </a:spcAft>
            </a:pPr>
            <a:r>
              <a:rPr lang="en-US" sz="1200" dirty="0">
                <a:solidFill>
                  <a:schemeClr val="bg1"/>
                </a:solidFill>
                <a:latin typeface="+mn-lt"/>
                <a:sym typeface="Trebuchet MS" panose="020B0603020202020204" pitchFamily="34" charset="0"/>
              </a:rPr>
              <a:t>bcg.com</a:t>
            </a:r>
            <a:endParaRPr lang="en-US" sz="1200" dirty="0">
              <a:solidFill>
                <a:schemeClr val="bg1"/>
              </a:solidFill>
              <a:latin typeface="+mn-lt"/>
              <a:sym typeface="Trebuchet MS" panose="020B0603020202020204" pitchFamily="34" charset="0"/>
            </a:endParaRPr>
          </a:p>
        </p:txBody>
      </p:sp>
      <p:sp>
        <p:nvSpPr>
          <p:cNvPr id="7" name="Freeform 6"/>
          <p:cNvSpPr>
            <a:spLocks noChangeAspect="1"/>
          </p:cNvSpPr>
          <p:nvPr userDrawn="1">
            <p:custDataLst>
              <p:tags r:id="rId7"/>
            </p:custDataLst>
          </p:nvPr>
        </p:nvSpPr>
        <p:spPr bwMode="auto">
          <a:xfrm>
            <a:off x="2676858" y="2969513"/>
            <a:ext cx="4033357" cy="842974"/>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Autofit/>
          </a:bodyPr>
          <a:lstStyle/>
          <a:p>
            <a:endParaRPr lang="en-US"/>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Layout guide">
    <p:spTree>
      <p:nvGrpSpPr>
        <p:cNvPr id="1" name=""/>
        <p:cNvGrpSpPr/>
        <p:nvPr/>
      </p:nvGrpSpPr>
      <p:grpSpPr>
        <a:xfrm>
          <a:off x="0" y="0"/>
          <a:ext cx="0" cy="0"/>
          <a:chOff x="0" y="0"/>
          <a:chExt cx="0" cy="0"/>
        </a:xfrm>
      </p:grpSpPr>
      <p:grpSp>
        <p:nvGrpSpPr>
          <p:cNvPr id="49" name="Group 48"/>
          <p:cNvGrpSpPr/>
          <p:nvPr userDrawn="1"/>
        </p:nvGrpSpPr>
        <p:grpSpPr>
          <a:xfrm>
            <a:off x="-600" y="-1"/>
            <a:ext cx="12193800" cy="6858001"/>
            <a:chOff x="-600" y="-1"/>
            <a:chExt cx="12193800" cy="6858001"/>
          </a:xfrm>
        </p:grpSpPr>
        <p:sp>
          <p:nvSpPr>
            <p:cNvPr id="50"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solidFill>
                  <a:schemeClr val="tx1"/>
                </a:solidFill>
                <a:latin typeface="+mn-lt"/>
              </a:endParaRPr>
            </a:p>
          </p:txBody>
        </p:sp>
        <p:grpSp>
          <p:nvGrpSpPr>
            <p:cNvPr id="51" name="Baselines / anchors"/>
            <p:cNvGrpSpPr/>
            <p:nvPr userDrawn="1"/>
          </p:nvGrpSpPr>
          <p:grpSpPr>
            <a:xfrm>
              <a:off x="-600" y="622800"/>
              <a:ext cx="12193200" cy="5536800"/>
              <a:chOff x="12623800" y="622800"/>
              <a:chExt cx="11176000" cy="5536800"/>
            </a:xfrm>
          </p:grpSpPr>
          <p:cxnSp>
            <p:nvCxnSpPr>
              <p:cNvPr id="77" name="Straight Connector 76"/>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6" name="Straight Connector 135"/>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7" name="Straight Connector 136"/>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52" name="Gutter space"/>
            <p:cNvGrpSpPr/>
            <p:nvPr userDrawn="1"/>
          </p:nvGrpSpPr>
          <p:grpSpPr>
            <a:xfrm>
              <a:off x="1277000" y="623550"/>
              <a:ext cx="9638000" cy="5537047"/>
              <a:chOff x="1277000" y="623550"/>
              <a:chExt cx="9638000" cy="5537047"/>
            </a:xfrm>
          </p:grpSpPr>
          <p:sp>
            <p:nvSpPr>
              <p:cNvPr id="66"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latin typeface="+mn-lt"/>
                </a:endParaRPr>
              </a:p>
            </p:txBody>
          </p:sp>
          <p:sp>
            <p:nvSpPr>
              <p:cNvPr id="67"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latin typeface="+mn-lt"/>
                </a:endParaRPr>
              </a:p>
            </p:txBody>
          </p:sp>
          <p:sp>
            <p:nvSpPr>
              <p:cNvPr id="68"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latin typeface="+mn-lt"/>
                </a:endParaRPr>
              </a:p>
            </p:txBody>
          </p:sp>
          <p:sp>
            <p:nvSpPr>
              <p:cNvPr id="69"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latin typeface="+mn-lt"/>
                </a:endParaRPr>
              </a:p>
            </p:txBody>
          </p:sp>
          <p:sp>
            <p:nvSpPr>
              <p:cNvPr id="70"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latin typeface="+mn-lt"/>
                </a:endParaRPr>
              </a:p>
            </p:txBody>
          </p:sp>
          <p:sp>
            <p:nvSpPr>
              <p:cNvPr id="71"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latin typeface="+mn-lt"/>
                </a:endParaRPr>
              </a:p>
            </p:txBody>
          </p:sp>
          <p:sp>
            <p:nvSpPr>
              <p:cNvPr id="72"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latin typeface="+mn-lt"/>
                </a:endParaRPr>
              </a:p>
            </p:txBody>
          </p:sp>
          <p:sp>
            <p:nvSpPr>
              <p:cNvPr id="73"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latin typeface="+mn-lt"/>
                </a:endParaRPr>
              </a:p>
            </p:txBody>
          </p:sp>
          <p:sp>
            <p:nvSpPr>
              <p:cNvPr id="74"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latin typeface="+mn-lt"/>
                </a:endParaRPr>
              </a:p>
            </p:txBody>
          </p:sp>
          <p:sp>
            <p:nvSpPr>
              <p:cNvPr id="75"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latin typeface="+mn-lt"/>
                </a:endParaRPr>
              </a:p>
            </p:txBody>
          </p:sp>
          <p:sp>
            <p:nvSpPr>
              <p:cNvPr id="76"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latin typeface="+mn-lt"/>
                </a:endParaRPr>
              </a:p>
            </p:txBody>
          </p:sp>
        </p:grpSp>
        <p:sp>
          <p:nvSpPr>
            <p:cNvPr id="53" name="Slide edge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575757"/>
                </a:solidFill>
                <a:effectLst/>
                <a:uLnTx/>
                <a:uFillTx/>
                <a:latin typeface="+mn-lt"/>
                <a:ea typeface="+mn-ea"/>
                <a:cs typeface="+mn-cs"/>
              </a:endParaRPr>
            </a:p>
          </p:txBody>
        </p:sp>
        <p:sp>
          <p:nvSpPr>
            <p:cNvPr id="54"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latin typeface="+mn-lt"/>
              </a:endParaRPr>
            </a:p>
          </p:txBody>
        </p:sp>
        <p:sp>
          <p:nvSpPr>
            <p:cNvPr id="57"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latin typeface="+mn-lt"/>
              </a:endParaRPr>
            </a:p>
          </p:txBody>
        </p:sp>
        <p:grpSp>
          <p:nvGrpSpPr>
            <p:cNvPr id="58" name="Five column measure"/>
            <p:cNvGrpSpPr/>
            <p:nvPr userDrawn="1"/>
          </p:nvGrpSpPr>
          <p:grpSpPr>
            <a:xfrm>
              <a:off x="629400" y="5975122"/>
              <a:ext cx="10933200" cy="79536"/>
              <a:chOff x="629400" y="5975122"/>
              <a:chExt cx="10933200" cy="79536"/>
            </a:xfrm>
          </p:grpSpPr>
          <p:sp>
            <p:nvSpPr>
              <p:cNvPr id="61"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latin typeface="+mn-lt"/>
                </a:endParaRPr>
              </a:p>
            </p:txBody>
          </p:sp>
          <p:sp>
            <p:nvSpPr>
              <p:cNvPr id="62"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latin typeface="+mn-lt"/>
                </a:endParaRPr>
              </a:p>
            </p:txBody>
          </p:sp>
          <p:sp>
            <p:nvSpPr>
              <p:cNvPr id="63"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latin typeface="+mn-lt"/>
                </a:endParaRPr>
              </a:p>
            </p:txBody>
          </p:sp>
          <p:sp>
            <p:nvSpPr>
              <p:cNvPr id="64"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latin typeface="+mn-lt"/>
                </a:endParaRPr>
              </a:p>
            </p:txBody>
          </p:sp>
          <p:sp>
            <p:nvSpPr>
              <p:cNvPr id="65"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latin typeface="+mn-lt"/>
                </a:endParaRPr>
              </a:p>
            </p:txBody>
          </p:sp>
        </p:grpSp>
        <p:sp>
          <p:nvSpPr>
            <p:cNvPr id="59"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schemeClr val="bg1"/>
                </a:solidFill>
                <a:latin typeface="+mn-lt"/>
              </a:endParaRPr>
            </a:p>
          </p:txBody>
        </p:sp>
        <p:sp>
          <p:nvSpPr>
            <p:cNvPr id="60"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endPar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endParaRPr>
            </a:p>
            <a:p>
              <a:pPr marL="0" marR="0" lvl="0" indent="0" algn="l" defTabSz="914400" rtl="0" eaLnBrk="1" fontAlgn="auto" latinLnBrk="0" hangingPunct="1">
                <a:lnSpc>
                  <a:spcPct val="90000"/>
                </a:lnSpc>
                <a:spcBef>
                  <a:spcPts val="0"/>
                </a:spcBef>
                <a:spcAft>
                  <a:spcPts val="0"/>
                </a:spcAft>
                <a:buClrTx/>
                <a:buSzTx/>
                <a:buFontTx/>
                <a:buNone/>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endPar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endParaRPr>
            </a:p>
            <a:p>
              <a:pPr marL="0" marR="0" lvl="0" indent="0" algn="l" defTabSz="914400" rtl="0" eaLnBrk="1" fontAlgn="auto" latinLnBrk="0" hangingPunct="1">
                <a:lnSpc>
                  <a:spcPct val="90000"/>
                </a:lnSpc>
                <a:spcBef>
                  <a:spcPts val="0"/>
                </a:spcBef>
                <a:spcAft>
                  <a:spcPts val="0"/>
                </a:spcAft>
                <a:buClrTx/>
                <a:buSzTx/>
                <a:buFontTx/>
                <a:buNone/>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endPar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endParaRP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55"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showMasterSp="0" userDrawn="1">
  <p:cSld name="D. Title Slid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0" name="think-cell Slide" r:id="rId3" imgW="8890" imgH="8890" progId="TCLayout.ActiveDocument.1">
                  <p:embed/>
                </p:oleObj>
              </mc:Choice>
              <mc:Fallback>
                <p:oleObj name="think-cell Slide" r:id="rId3" imgW="8890" imgH="8890" progId="TCLayout.ActiveDocument.1">
                  <p:embed/>
                  <p:pic>
                    <p:nvPicPr>
                      <p:cNvPr id="0" name="图片 -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5"/>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noAutofit/>
          </a:bodyPr>
          <a:lstStyle/>
          <a:p>
            <a:pPr marL="0" lvl="0" indent="0" algn="ctr" eaLnBrk="1">
              <a:lnSpc>
                <a:spcPct val="93000"/>
              </a:lnSpc>
              <a:spcBef>
                <a:spcPct val="0"/>
              </a:spcBef>
              <a:spcAft>
                <a:spcPct val="0"/>
              </a:spcAft>
            </a:pPr>
            <a:endParaRPr lang="en-US" sz="5400" b="0" i="0" baseline="0" dirty="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4" name="Rectangle 13"/>
          <p:cNvSpPr/>
          <p:nvPr userDrawn="1"/>
        </p:nvSpPr>
        <p:spPr>
          <a:xfrm>
            <a:off x="0" y="5279183"/>
            <a:ext cx="12192000" cy="157881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pic>
        <p:nvPicPr>
          <p:cNvPr id="18" name="Picture 17"/>
          <p:cNvPicPr>
            <a:picLocks noChangeAspect="1"/>
          </p:cNvPicPr>
          <p:nvPr userDrawn="1"/>
        </p:nvPicPr>
        <p:blipFill rotWithShape="1">
          <a:blip r:embed="rId6">
            <a:extLst>
              <a:ext uri="{28A0092B-C50C-407E-A947-70E740481C1C}">
                <a14:useLocalDpi xmlns:a14="http://schemas.microsoft.com/office/drawing/2010/main" val="0"/>
              </a:ext>
            </a:extLst>
          </a:blip>
          <a:srcRect l="1731" t="8741" r="102" b="27"/>
          <a:stretch>
            <a:fillRect/>
          </a:stretch>
        </p:blipFill>
        <p:spPr>
          <a:xfrm rot="16200000" flipH="1">
            <a:off x="8471921" y="1973272"/>
            <a:ext cx="580573" cy="6858000"/>
          </a:xfrm>
          <a:prstGeom prst="rect">
            <a:avLst/>
          </a:prstGeom>
        </p:spPr>
      </p:pic>
      <p:pic>
        <p:nvPicPr>
          <p:cNvPr id="15" name="TitleAndEndImages"/>
          <p:cNvPicPr>
            <a:picLocks noChangeAspect="1"/>
          </p:cNvPicPr>
          <p:nvPr userDrawn="1">
            <p:custDataLst>
              <p:tags r:id="rId7"/>
            </p:custDataLst>
          </p:nvPr>
        </p:nvPicPr>
        <p:blipFill rotWithShape="1">
          <a:blip r:embed="rId8">
            <a:extLst>
              <a:ext uri="{28A0092B-C50C-407E-A947-70E740481C1C}">
                <a14:useLocalDpi xmlns:a14="http://schemas.microsoft.com/office/drawing/2010/main" val="0"/>
              </a:ext>
            </a:extLst>
          </a:blip>
          <a:srcRect b="23056"/>
          <a:stretch>
            <a:fillRect/>
          </a:stretch>
        </p:blipFill>
        <p:spPr>
          <a:xfrm flipH="1">
            <a:off x="0" y="0"/>
            <a:ext cx="12192000" cy="5276850"/>
          </a:xfrm>
          <a:prstGeom prst="rect">
            <a:avLst/>
          </a:prstGeom>
        </p:spPr>
      </p:pic>
      <p:sp>
        <p:nvSpPr>
          <p:cNvPr id="20" name="Picture Placeholder 8"/>
          <p:cNvSpPr>
            <a:spLocks noGrp="1"/>
          </p:cNvSpPr>
          <p:nvPr>
            <p:ph type="pic" sz="quarter" idx="13" hasCustomPrompt="1"/>
          </p:nvPr>
        </p:nvSpPr>
        <p:spPr>
          <a:xfrm>
            <a:off x="9366561" y="5570642"/>
            <a:ext cx="1867935" cy="896833"/>
          </a:xfrm>
          <a:prstGeom prst="rect">
            <a:avLst/>
          </a:prstGeom>
        </p:spPr>
        <p:txBody>
          <a:bodyPr anchor="b"/>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Logo</a:t>
            </a:r>
            <a:endParaRPr lang="en-US" dirty="0"/>
          </a:p>
        </p:txBody>
      </p:sp>
      <p:sp>
        <p:nvSpPr>
          <p:cNvPr id="21" name="Rectangle 20"/>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1117415" y="6207842"/>
            <a:ext cx="6868800" cy="327148"/>
          </a:xfrm>
          <a:prstGeom prst="rect">
            <a:avLst/>
          </a:prstGeom>
          <a:noFill/>
        </p:spPr>
        <p:txBody>
          <a:bodyPr anchor="ctr"/>
          <a:lstStyle>
            <a:lvl1pPr algn="l">
              <a:lnSpc>
                <a:spcPct val="110000"/>
              </a:lnSpc>
              <a:buNone/>
              <a:defRPr sz="1200" b="1" cap="all" baseline="0">
                <a:solidFill>
                  <a:schemeClr val="accent5"/>
                </a:solidFill>
                <a:latin typeface="+mn-lt"/>
                <a:sym typeface="Trebuchet MS" panose="020B0603020202020204" pitchFamily="34" charset="0"/>
              </a:defRPr>
            </a:lvl1pPr>
            <a:lvl2pPr algn="ctr">
              <a:buNone/>
              <a:defRPr/>
            </a:lvl2pPr>
            <a:lvl3pPr marL="0" indent="0" algn="ctr">
              <a:buNone/>
              <a:defRPr/>
            </a:lvl3pPr>
            <a:lvl4pPr marL="228600" indent="0" algn="ctr">
              <a:buNone/>
              <a:defRPr/>
            </a:lvl4pPr>
            <a:lvl5pPr marL="457200" indent="0" algn="ctr">
              <a:buNone/>
              <a:defRPr/>
            </a:lvl5pPr>
          </a:lstStyle>
          <a:p>
            <a:pPr lvl="0"/>
            <a:r>
              <a:rPr lang="en-US" dirty="0"/>
              <a:t>Click to edit date/place</a:t>
            </a:r>
            <a:endParaRPr lang="en-US" dirty="0"/>
          </a:p>
        </p:txBody>
      </p:sp>
      <p:sp>
        <p:nvSpPr>
          <p:cNvPr id="26" name="Subtitle 2"/>
          <p:cNvSpPr>
            <a:spLocks noGrp="1"/>
          </p:cNvSpPr>
          <p:nvPr>
            <p:ph type="subTitle" idx="1" hasCustomPrompt="1"/>
          </p:nvPr>
        </p:nvSpPr>
        <p:spPr bwMode="white">
          <a:xfrm>
            <a:off x="1117415" y="5495706"/>
            <a:ext cx="6868800" cy="436195"/>
          </a:xfrm>
          <a:prstGeom prst="rect">
            <a:avLst/>
          </a:prstGeom>
        </p:spPr>
        <p:txBody>
          <a:bodyPr anchor="ctr"/>
          <a:lstStyle>
            <a:lvl1pPr marL="0" indent="0" algn="l">
              <a:lnSpc>
                <a:spcPct val="110000"/>
              </a:lnSpc>
              <a:buNone/>
              <a:defRPr sz="1600">
                <a:solidFill>
                  <a:schemeClr val="bg1"/>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in sentence case</a:t>
            </a:r>
            <a:endParaRPr lang="en-US" dirty="0"/>
          </a:p>
        </p:txBody>
      </p:sp>
      <p:sp>
        <p:nvSpPr>
          <p:cNvPr id="27" name="Title 1"/>
          <p:cNvSpPr>
            <a:spLocks noGrp="1"/>
          </p:cNvSpPr>
          <p:nvPr>
            <p:ph type="ctrTitle" hasCustomPrompt="1"/>
          </p:nvPr>
        </p:nvSpPr>
        <p:spPr bwMode="ltGray">
          <a:xfrm>
            <a:off x="1117415" y="1886242"/>
            <a:ext cx="6868800" cy="3138423"/>
          </a:xfrm>
        </p:spPr>
        <p:txBody>
          <a:bodyPr anchor="b">
            <a:normAutofit/>
          </a:bodyPr>
          <a:lstStyle>
            <a:lvl1pPr algn="l">
              <a:lnSpc>
                <a:spcPct val="93000"/>
              </a:lnSpc>
              <a:defRPr sz="5400">
                <a:solidFill>
                  <a:schemeClr val="bg1"/>
                </a:solidFill>
                <a:latin typeface="+mj-lt"/>
                <a:sym typeface="Trebuchet MS" panose="020B0603020202020204" pitchFamily="34" charset="0"/>
              </a:defRPr>
            </a:lvl1pPr>
          </a:lstStyle>
          <a:p>
            <a:r>
              <a:rPr lang="en-US" dirty="0"/>
              <a:t>Title in Title Case</a:t>
            </a:r>
            <a:endParaRPr lang="en-US" dirty="0"/>
          </a:p>
        </p:txBody>
      </p:sp>
      <p:sp>
        <p:nvSpPr>
          <p:cNvPr id="13" name="Freeform 12"/>
          <p:cNvSpPr>
            <a:spLocks noChangeAspect="1"/>
          </p:cNvSpPr>
          <p:nvPr userDrawn="1">
            <p:custDataLst>
              <p:tags r:id="rId9"/>
            </p:custDataLst>
          </p:nvPr>
        </p:nvSpPr>
        <p:spPr bwMode="auto">
          <a:xfrm>
            <a:off x="1117415" y="1112679"/>
            <a:ext cx="2327644" cy="486479"/>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Autofit/>
          </a:bodyPr>
          <a:lstStyle/>
          <a:p>
            <a:endParaRPr lang="en-US"/>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 Title Only">
    <p:spTree>
      <p:nvGrpSpPr>
        <p:cNvPr id="1" name=""/>
        <p:cNvGrpSpPr/>
        <p:nvPr/>
      </p:nvGrpSpPr>
      <p:grpSpPr>
        <a:xfrm>
          <a:off x="0" y="0"/>
          <a:ext cx="0" cy="0"/>
          <a:chOff x="0" y="0"/>
          <a:chExt cx="0" cy="0"/>
        </a:xfrm>
      </p:grpSpPr>
      <p:sp>
        <p:nvSpPr>
          <p:cNvPr id="57" name="Date Placeholder 56"/>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8" name="Title 7"/>
          <p:cNvSpPr>
            <a:spLocks noGrp="1"/>
          </p:cNvSpPr>
          <p:nvPr>
            <p:ph type="title" hasCustomPrompt="1"/>
          </p:nvPr>
        </p:nvSpPr>
        <p:spPr>
          <a:xfrm>
            <a:off x="630000" y="622800"/>
            <a:ext cx="10933350" cy="332399"/>
          </a:xfrm>
        </p:spPr>
        <p:txBody>
          <a:bodyPr/>
          <a:lstStyle>
            <a:lvl1pPr>
              <a:defRPr>
                <a:latin typeface="+mj-lt"/>
                <a:sym typeface="Trebuchet MS" panose="020B0603020202020204" pitchFamily="34" charset="0"/>
              </a:defRPr>
            </a:lvl1pPr>
          </a:lstStyle>
          <a:p>
            <a:r>
              <a:rPr lang="en-US" dirty="0"/>
              <a:t>Click to add title</a:t>
            </a:r>
            <a:endParaRPr lang="en-US" dirty="0"/>
          </a:p>
        </p:txBody>
      </p:sp>
      <p:sp>
        <p:nvSpPr>
          <p:cNvPr id="10"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 Title and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add title</a:t>
            </a:r>
            <a:endParaRPr lang="en-US" dirty="0"/>
          </a:p>
        </p:txBody>
      </p:sp>
      <p:sp>
        <p:nvSpPr>
          <p:cNvPr id="6" name="Text Placeholder 5"/>
          <p:cNvSpPr>
            <a:spLocks noGrp="1"/>
          </p:cNvSpPr>
          <p:nvPr>
            <p:ph type="body" sz="quarter" idx="10"/>
          </p:nvPr>
        </p:nvSpPr>
        <p:spPr>
          <a:xfrm>
            <a:off x="629400" y="2085628"/>
            <a:ext cx="10933950" cy="4072976"/>
          </a:xfrm>
        </p:spPr>
        <p:txBody>
          <a:bodyPr/>
          <a:lstStyle>
            <a:lvl1pPr>
              <a:lnSpc>
                <a:spcPct val="100000"/>
              </a:lnSpc>
              <a:spcBef>
                <a:spcPts val="0"/>
              </a:spcBef>
              <a:spcAft>
                <a:spcPts val="0"/>
              </a:spcAft>
              <a:defRPr/>
            </a:lvl1pPr>
            <a:lvl2pPr>
              <a:lnSpc>
                <a:spcPct val="100000"/>
              </a:lnSpc>
              <a:spcBef>
                <a:spcPts val="0"/>
              </a:spcBef>
              <a:spcAft>
                <a:spcPts val="0"/>
              </a:spcAft>
              <a:defRPr/>
            </a:lvl2pPr>
            <a:lvl3pPr>
              <a:lnSpc>
                <a:spcPct val="100000"/>
              </a:lnSpc>
              <a:spcBef>
                <a:spcPts val="0"/>
              </a:spcBef>
              <a:spcAft>
                <a:spcPts val="0"/>
              </a:spcAft>
              <a:defRPr/>
            </a:lvl3pPr>
            <a:lvl4pPr>
              <a:lnSpc>
                <a:spcPct val="100000"/>
              </a:lnSpc>
              <a:spcBef>
                <a:spcPts val="0"/>
              </a:spcBef>
              <a:spcAft>
                <a:spcPts val="0"/>
              </a:spcAft>
              <a:defRPr/>
            </a:lvl4pPr>
            <a:lvl5pPr>
              <a:lnSpc>
                <a:spcPct val="100000"/>
              </a:lnSpc>
              <a:spcBef>
                <a:spcPts val="0"/>
              </a:spcBef>
              <a:spcAft>
                <a:spcPts val="0"/>
              </a:spcAft>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 Gray slice heading">
    <p:bg>
      <p:bgPr>
        <a:solidFill>
          <a:schemeClr val="bg1"/>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7" name="Rectangle 6"/>
          <p:cNvSpPr/>
          <p:nvPr userDrawn="1"/>
        </p:nvSpPr>
        <p:spPr bwMode="white">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noAutofit/>
          </a:bodyPr>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8" name="Subtitle 2"/>
          <p:cNvSpPr>
            <a:spLocks noGrp="1"/>
          </p:cNvSpPr>
          <p:nvPr>
            <p:ph type="subTitle" idx="13" hasCustomPrompt="1"/>
          </p:nvPr>
        </p:nvSpPr>
        <p:spPr>
          <a:xfrm>
            <a:off x="630000" y="2158987"/>
            <a:ext cx="3744000" cy="541687"/>
          </a:xfrm>
          <a:prstGeom prst="rect">
            <a:avLst/>
          </a:prstGeom>
        </p:spPr>
        <p:txBody>
          <a:bodyPr>
            <a:noAutofit/>
          </a:bodyPr>
          <a:lstStyle>
            <a:lvl1pPr marL="0" indent="0" algn="l">
              <a:buNone/>
              <a:defRPr sz="1600">
                <a:solidFill>
                  <a:schemeClr val="tx2"/>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endParaRPr lang="en-US" dirty="0"/>
          </a:p>
        </p:txBody>
      </p:sp>
      <p:sp>
        <p:nvSpPr>
          <p:cNvPr id="9" name="Title 4"/>
          <p:cNvSpPr>
            <a:spLocks noGrp="1"/>
          </p:cNvSpPr>
          <p:nvPr>
            <p:ph type="title" hasCustomPrompt="1"/>
          </p:nvPr>
        </p:nvSpPr>
        <p:spPr>
          <a:xfrm>
            <a:off x="630000" y="1227048"/>
            <a:ext cx="3744000" cy="664797"/>
          </a:xfrm>
        </p:spPr>
        <p:txBody>
          <a:bodyPr anchor="t">
            <a:noAutofit/>
          </a:bodyPr>
          <a:lstStyle>
            <a:lvl1pPr>
              <a:defRPr sz="2400">
                <a:solidFill>
                  <a:schemeClr val="tx2"/>
                </a:solidFill>
                <a:latin typeface="+mj-lt"/>
                <a:sym typeface="Trebuchet MS" panose="020B0603020202020204" pitchFamily="34" charset="0"/>
              </a:defRPr>
            </a:lvl1pPr>
          </a:lstStyle>
          <a:p>
            <a:r>
              <a:rPr lang="en-US" dirty="0"/>
              <a:t>Click to add title</a:t>
            </a:r>
            <a:endParaRPr lang="en-US" dirty="0"/>
          </a:p>
        </p:txBody>
      </p:sp>
      <p:sp>
        <p:nvSpPr>
          <p:cNvPr id="10"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 Section header box">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8" name="Title 1"/>
          <p:cNvSpPr>
            <a:spLocks noGrp="1"/>
          </p:cNvSpPr>
          <p:nvPr>
            <p:ph type="title" hasCustomPrompt="1"/>
          </p:nvPr>
        </p:nvSpPr>
        <p:spPr bwMode="blackWhite">
          <a:xfrm>
            <a:off x="1284742" y="2668041"/>
            <a:ext cx="9620491" cy="3201026"/>
          </a:xfrm>
          <a:prstGeom prst="rect">
            <a:avLst/>
          </a:prstGeom>
          <a:ln w="9525">
            <a:noFill/>
          </a:ln>
          <a:extLst>
            <a:ext uri="{91240B29-F687-4F45-9708-019B960494DF}">
              <a14:hiddenLine xmlns:a14="http://schemas.microsoft.com/office/drawing/2010/main" w="9525">
                <a:solidFill>
                  <a:schemeClr val="bg1"/>
                </a:solidFill>
              </a14:hiddenLine>
            </a:ext>
          </a:extLst>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tx2"/>
                </a:solidFill>
                <a:latin typeface="+mj-lt"/>
                <a:ea typeface="+mn-ea"/>
                <a:cs typeface="Arial" panose="020B0604020202020204" pitchFamily="34" charset="0"/>
                <a:sym typeface="Trebuchet MS" panose="020B0603020202020204" pitchFamily="34" charset="0"/>
              </a:defRPr>
            </a:lvl1pPr>
          </a:lstStyle>
          <a:p>
            <a:r>
              <a:rPr lang="en-US" dirty="0"/>
              <a:t>Click to add section title</a:t>
            </a:r>
            <a:endParaRPr lang="en-US" dirty="0"/>
          </a:p>
        </p:txBody>
      </p:sp>
      <p:sp>
        <p:nvSpPr>
          <p:cNvPr id="11" name="Rectangle 10"/>
          <p:cNvSpPr/>
          <p:nvPr userDrawn="1"/>
        </p:nvSpPr>
        <p:spPr bwMode="white">
          <a:xfrm>
            <a:off x="1280693" y="1424081"/>
            <a:ext cx="951721" cy="951721"/>
          </a:xfrm>
          <a:prstGeom prst="rect">
            <a:avLst/>
          </a:prstGeom>
          <a:noFill/>
          <a:ln>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10"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 Section header line">
    <p:bg bwMode="blackWhite">
      <p:bgPr>
        <a:solidFill>
          <a:schemeClr val="bg1"/>
        </a:solidFill>
        <a:effectLst/>
      </p:bgPr>
    </p:bg>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tx2"/>
                </a:solidFill>
                <a:latin typeface="+mj-lt"/>
                <a:sym typeface="Trebuchet MS" panose="020B0603020202020204" pitchFamily="34" charset="0"/>
              </a:defRPr>
            </a:lvl1pPr>
          </a:lstStyle>
          <a:p>
            <a:r>
              <a:rPr lang="en-US" dirty="0"/>
              <a:t>Click to add section title</a:t>
            </a:r>
            <a:endParaRPr lang="en-US" dirty="0"/>
          </a:p>
        </p:txBody>
      </p:sp>
      <p:cxnSp>
        <p:nvCxnSpPr>
          <p:cNvPr id="10" name="Straight Connector 9"/>
          <p:cNvCxnSpPr/>
          <p:nvPr userDrawn="1"/>
        </p:nvCxnSpPr>
        <p:spPr bwMode="white">
          <a:xfrm>
            <a:off x="630000" y="3680016"/>
            <a:ext cx="11558587" cy="0"/>
          </a:xfrm>
          <a:prstGeom prst="line">
            <a:avLst/>
          </a:prstGeom>
          <a:ln w="19050" cmpd="sng">
            <a:solidFill>
              <a:schemeClr val="tx2"/>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showMasterSp="0" userDrawn="1">
  <p:cSld name="D. 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a:fillRect/>
          </a:stretch>
        </p:blipFill>
        <p:spPr bwMode="ltGray">
          <a:xfrm flipV="1">
            <a:off x="4064994" y="0"/>
            <a:ext cx="416951" cy="6858000"/>
          </a:xfrm>
          <a:prstGeom prst="rect">
            <a:avLst/>
          </a:prstGeom>
        </p:spPr>
      </p:pic>
      <p:sp>
        <p:nvSpPr>
          <p:cNvPr id="18"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fld>
            <a:endParaRPr lang="en-US" sz="1000" kern="1200" dirty="0">
              <a:solidFill>
                <a:schemeClr val="bg1"/>
              </a:solidFill>
              <a:latin typeface="+mn-lt"/>
              <a:ea typeface="+mn-ea"/>
              <a:cs typeface="+mn-cs"/>
              <a:sym typeface="Trebuchet MS" panose="020B0603020202020204" pitchFamily="34" charset="0"/>
            </a:endParaRPr>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4" name="Rectangle 23"/>
          <p:cNvSpPr/>
          <p:nvPr userDrawn="1"/>
        </p:nvSpPr>
        <p:spPr bwMode="white">
          <a:xfrm>
            <a:off x="0" y="0"/>
            <a:ext cx="4079508"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5"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dirty="0"/>
              <a:t>Click to add title</a:t>
            </a:r>
            <a:endParaRPr lang="en-US" dirty="0"/>
          </a:p>
        </p:txBody>
      </p:sp>
      <p:sp>
        <p:nvSpPr>
          <p:cNvPr id="12" name="FooterSimple" hidden="1"/>
          <p:cNvSpPr txBox="1"/>
          <p:nvPr userDrawn="1">
            <p:custDataLst>
              <p:tags r:id="rId3"/>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showMasterSp="0" userDrawn="1">
  <p:cSld name="D. 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a:fillRect/>
          </a:stretch>
        </p:blipFill>
        <p:spPr bwMode="ltGray">
          <a:xfrm flipV="1">
            <a:off x="7165606" y="0"/>
            <a:ext cx="416951" cy="6858000"/>
          </a:xfrm>
          <a:prstGeom prst="rect">
            <a:avLst/>
          </a:prstGeom>
        </p:spPr>
      </p:pic>
      <p:sp>
        <p:nvSpPr>
          <p:cNvPr id="14" name="Rectangle 13"/>
          <p:cNvSpPr/>
          <p:nvPr userDrawn="1"/>
        </p:nvSpPr>
        <p:spPr bwMode="white">
          <a:xfrm>
            <a:off x="0" y="0"/>
            <a:ext cx="7171956"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8"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fld>
            <a:endParaRPr lang="en-US" sz="1000" kern="1200" dirty="0">
              <a:solidFill>
                <a:schemeClr val="bg1"/>
              </a:solidFill>
              <a:latin typeface="+mn-lt"/>
              <a:ea typeface="+mn-ea"/>
              <a:cs typeface="+mn-cs"/>
              <a:sym typeface="Trebuchet MS" panose="020B0603020202020204" pitchFamily="34" charset="0"/>
            </a:endParaRPr>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6276529" cy="332399"/>
          </a:xfrm>
          <a:prstGeom prst="rect">
            <a:avLst/>
          </a:prstGeom>
        </p:spPr>
        <p:txBody>
          <a:bodyPr/>
          <a:lstStyle>
            <a:lvl1pPr>
              <a:defRPr>
                <a:latin typeface="+mj-lt"/>
                <a:sym typeface="Trebuchet MS" panose="020B0603020202020204" pitchFamily="34" charset="0"/>
              </a:defRPr>
            </a:lvl1pPr>
          </a:lstStyle>
          <a:p>
            <a:r>
              <a:rPr lang="en-US" dirty="0"/>
              <a:t>Click to add title</a:t>
            </a:r>
            <a:endParaRPr lang="en-US" dirty="0"/>
          </a:p>
        </p:txBody>
      </p:sp>
      <p:sp>
        <p:nvSpPr>
          <p:cNvPr id="12" name="FooterSimple" hidden="1"/>
          <p:cNvSpPr txBox="1"/>
          <p:nvPr userDrawn="1">
            <p:custDataLst>
              <p:tags r:id="rId3"/>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showMasterSp="0" userDrawn="1">
  <p:cSld name="D. Four column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a:fillRect/>
          </a:stretch>
        </p:blipFill>
        <p:spPr bwMode="ltGray">
          <a:xfrm flipV="1">
            <a:off x="9029246" y="0"/>
            <a:ext cx="416951" cy="6858000"/>
          </a:xfrm>
          <a:prstGeom prst="rect">
            <a:avLst/>
          </a:prstGeom>
        </p:spPr>
      </p:pic>
      <p:sp>
        <p:nvSpPr>
          <p:cNvPr id="10" name="Rectangle 9"/>
          <p:cNvSpPr/>
          <p:nvPr userDrawn="1"/>
        </p:nvSpPr>
        <p:spPr bwMode="white">
          <a:xfrm>
            <a:off x="0" y="0"/>
            <a:ext cx="90342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fld>
            <a:endParaRPr lang="en-US" sz="1000" kern="1200" dirty="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8101584" cy="332399"/>
          </a:xfrm>
          <a:prstGeom prst="rect">
            <a:avLst/>
          </a:prstGeom>
        </p:spPr>
        <p:txBody>
          <a:bodyPr/>
          <a:lstStyle>
            <a:lvl1pPr>
              <a:defRPr>
                <a:latin typeface="+mj-lt"/>
                <a:sym typeface="Trebuchet MS" panose="020B0603020202020204" pitchFamily="34" charset="0"/>
              </a:defRPr>
            </a:lvl1pPr>
          </a:lstStyle>
          <a:p>
            <a:r>
              <a:rPr lang="en-US" dirty="0"/>
              <a:t>Click to add title</a:t>
            </a:r>
            <a:endParaRPr lang="en-US" dirty="0"/>
          </a:p>
        </p:txBody>
      </p:sp>
      <p:sp>
        <p:nvSpPr>
          <p:cNvPr id="12" name="FooterSimple" hidden="1"/>
          <p:cNvSpPr txBox="1"/>
          <p:nvPr userDrawn="1">
            <p:custDataLst>
              <p:tags r:id="rId3"/>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showMasterSp="0" userDrawn="1">
  <p:cSld name="D. 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23" name="Picture 22"/>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a:fillRect/>
          </a:stretch>
        </p:blipFill>
        <p:spPr bwMode="ltGray">
          <a:xfrm flipH="1">
            <a:off x="3671068" y="0"/>
            <a:ext cx="416951" cy="6858000"/>
          </a:xfrm>
          <a:prstGeom prst="rect">
            <a:avLst/>
          </a:prstGeom>
        </p:spPr>
      </p:pic>
      <p:sp>
        <p:nvSpPr>
          <p:cNvPr id="24"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bg1"/>
                </a:solidFill>
                <a:latin typeface="+mj-lt"/>
                <a:sym typeface="Trebuchet MS" panose="020B0603020202020204" pitchFamily="34" charset="0"/>
              </a:defRPr>
            </a:lvl1pPr>
          </a:lstStyle>
          <a:p>
            <a:r>
              <a:rPr lang="en-US" dirty="0"/>
              <a:t>Click to add title</a:t>
            </a:r>
            <a:endParaRPr lang="en-US" dirty="0"/>
          </a:p>
        </p:txBody>
      </p:sp>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5"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1" name="FooterSimple" hidden="1"/>
          <p:cNvSpPr txBox="1"/>
          <p:nvPr userDrawn="1">
            <p:custDataLst>
              <p:tags r:id="rId3"/>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showMasterSp="0" userDrawn="1">
  <p:cSld name="D. Green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a:fillRect/>
          </a:stretch>
        </p:blipFill>
        <p:spPr bwMode="ltGray">
          <a:xfrm flipH="1">
            <a:off x="5689582" y="0"/>
            <a:ext cx="416951" cy="6858000"/>
          </a:xfrm>
          <a:prstGeom prst="rect">
            <a:avLst/>
          </a:prstGeom>
        </p:spPr>
      </p:pic>
      <p:sp>
        <p:nvSpPr>
          <p:cNvPr id="11" name="Rectangle 10"/>
          <p:cNvSpPr/>
          <p:nvPr userDrawn="1"/>
        </p:nvSpPr>
        <p:spPr>
          <a:xfrm>
            <a:off x="6096000" y="0"/>
            <a:ext cx="6096000" cy="68580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2"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endParaRPr lang="en-US" dirty="0"/>
          </a:p>
        </p:txBody>
      </p:sp>
      <p:sp>
        <p:nvSpPr>
          <p:cNvPr id="13" name="Title 1"/>
          <p:cNvSpPr>
            <a:spLocks noGrp="1"/>
          </p:cNvSpPr>
          <p:nvPr>
            <p:ph type="title" hasCustomPrompt="1"/>
          </p:nvPr>
        </p:nvSpPr>
        <p:spPr bwMode="blackWhite">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5"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8" name="FooterSimple" hidden="1"/>
          <p:cNvSpPr txBox="1"/>
          <p:nvPr userDrawn="1">
            <p:custDataLst>
              <p:tags r:id="rId3"/>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showMasterSp="0" userDrawn="1">
  <p:cSld name="D. Green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a:fillRect/>
          </a:stretch>
        </p:blipFill>
        <p:spPr bwMode="ltGray">
          <a:xfrm flipH="1">
            <a:off x="7409849" y="0"/>
            <a:ext cx="416951" cy="6858000"/>
          </a:xfrm>
          <a:prstGeom prst="rect">
            <a:avLst/>
          </a:prstGeom>
        </p:spPr>
      </p:pic>
      <p:sp>
        <p:nvSpPr>
          <p:cNvPr id="11" name="Rectangle 10"/>
          <p:cNvSpPr/>
          <p:nvPr userDrawn="1"/>
        </p:nvSpPr>
        <p:spPr bwMode="gray">
          <a:xfrm>
            <a:off x="7819543" y="0"/>
            <a:ext cx="437245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2"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endParaRPr lang="en-US" dirty="0"/>
          </a:p>
        </p:txBody>
      </p:sp>
      <p:sp>
        <p:nvSpPr>
          <p:cNvPr id="13"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5" name="Title 1"/>
          <p:cNvSpPr>
            <a:spLocks noGrp="1"/>
          </p:cNvSpPr>
          <p:nvPr>
            <p:ph type="title" hasCustomPrompt="1"/>
          </p:nvPr>
        </p:nvSpPr>
        <p:spPr bwMode="black">
          <a:xfrm>
            <a:off x="630936" y="178560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FooterSimple" hidden="1"/>
          <p:cNvSpPr txBox="1"/>
          <p:nvPr userDrawn="1">
            <p:custDataLst>
              <p:tags r:id="rId3"/>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showMasterSp="0" userDrawn="1">
  <p:cSld name="D. 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0" name="think-cell Slide" r:id="rId3" imgW="10795" imgH="10795" progId="TCLayout.ActiveDocument.1">
                  <p:embed/>
                </p:oleObj>
              </mc:Choice>
              <mc:Fallback>
                <p:oleObj name="think-cell Slide" r:id="rId3" imgW="10795" imgH="10795" progId="TCLayout.ActiveDocument.1">
                  <p:embed/>
                  <p:pic>
                    <p:nvPicPr>
                      <p:cNvPr id="0" name="图片 -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fld>
            <a:endParaRPr lang="en-US" sz="1000" kern="1200" dirty="0">
              <a:solidFill>
                <a:schemeClr val="bg1"/>
              </a:solidFill>
              <a:latin typeface="+mn-lt"/>
              <a:ea typeface="+mn-ea"/>
              <a:cs typeface="+mn-cs"/>
              <a:sym typeface="Trebuchet MS" panose="020B0603020202020204" pitchFamily="34" charset="0"/>
            </a:endParaRPr>
          </a:p>
        </p:txBody>
      </p:sp>
      <p:sp>
        <p:nvSpPr>
          <p:cNvPr id="20" name="Title 2"/>
          <p:cNvSpPr>
            <a:spLocks noGrp="1"/>
          </p:cNvSpPr>
          <p:nvPr>
            <p:ph type="title" hasCustomPrompt="1"/>
          </p:nvPr>
        </p:nvSpPr>
        <p:spPr>
          <a:xfrm>
            <a:off x="630000" y="2764203"/>
            <a:ext cx="2478638" cy="1314311"/>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dirty="0">
                <a:solidFill>
                  <a:schemeClr val="tx2"/>
                </a:solidFill>
              </a:rPr>
              <a:t>Click to add title</a:t>
            </a:r>
            <a:endParaRPr lang="en-US" dirty="0">
              <a:solidFill>
                <a:schemeClr val="tx2"/>
              </a:solidFill>
            </a:endParaRPr>
          </a:p>
        </p:txBody>
      </p:sp>
      <p:sp>
        <p:nvSpPr>
          <p:cNvPr id="14" name="FooterSimple" hidden="1"/>
          <p:cNvSpPr txBox="1"/>
          <p:nvPr userDrawn="1">
            <p:custDataLst>
              <p:tags r:id="rId5"/>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2" name="Picture 11"/>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showMasterSp="0" userDrawn="1">
  <p:cSld name="D. Green left arrow">
    <p:bg>
      <p:bgPr>
        <a:solidFill>
          <a:schemeClr val="bg1"/>
        </a:solidFill>
        <a:effectLst/>
      </p:bgPr>
    </p:bg>
    <p:spTree>
      <p:nvGrpSpPr>
        <p:cNvPr id="1" name=""/>
        <p:cNvGrpSpPr/>
        <p:nvPr/>
      </p:nvGrpSpPr>
      <p:grpSpPr>
        <a:xfrm>
          <a:off x="0" y="0"/>
          <a:ext cx="0" cy="0"/>
          <a:chOff x="0" y="0"/>
          <a:chExt cx="0" cy="0"/>
        </a:xfrm>
      </p:grpSpPr>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5" name="Title 4"/>
          <p:cNvSpPr>
            <a:spLocks noGrp="1"/>
          </p:cNvSpPr>
          <p:nvPr>
            <p:ph type="title" hasCustomPrompt="1"/>
          </p:nvPr>
        </p:nvSpPr>
        <p:spPr>
          <a:xfrm>
            <a:off x="630000" y="2764203"/>
            <a:ext cx="2478638" cy="1314311"/>
          </a:xfrm>
        </p:spPr>
        <p:txBody>
          <a:bodyPr anchor="ctr" anchorCtr="0">
            <a:noAutofit/>
          </a:bodyPr>
          <a:lstStyle>
            <a:lvl1pPr>
              <a:defRPr>
                <a:solidFill>
                  <a:srgbClr val="FFFFFF"/>
                </a:solidFill>
                <a:latin typeface="+mj-lt"/>
              </a:defRPr>
            </a:lvl1pPr>
          </a:lstStyle>
          <a:p>
            <a:r>
              <a:rPr lang="en-US" dirty="0"/>
              <a:t>Click to add title</a:t>
            </a:r>
            <a:endParaRPr lang="en-US" dirty="0"/>
          </a:p>
        </p:txBody>
      </p:sp>
      <p:sp>
        <p:nvSpPr>
          <p:cNvPr id="15"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9"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6216" b="7716"/>
          <a:stretch>
            <a:fillRect/>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showMasterSp="0" userDrawn="1">
  <p:cSld name="D. 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TextBox 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fld>
            <a:endParaRPr lang="en-US" sz="800" kern="1200" dirty="0">
              <a:solidFill>
                <a:schemeClr val="bg1"/>
              </a:solidFill>
              <a:latin typeface="+mn-lt"/>
              <a:ea typeface="+mn-ea"/>
              <a:cs typeface="+mn-cs"/>
              <a:sym typeface="Trebuchet MS" panose="020B0603020202020204" pitchFamily="34" charset="0"/>
            </a:endParaRPr>
          </a:p>
        </p:txBody>
      </p:sp>
      <p:sp>
        <p:nvSpPr>
          <p:cNvPr id="10"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9" name="Pentagon 3"/>
          <p:cNvSpPr/>
          <p:nvPr userDrawn="1"/>
        </p:nvSpPr>
        <p:spPr bwMode="white">
          <a:xfrm>
            <a:off x="1" y="0"/>
            <a:ext cx="5426920"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dirty="0"/>
              <a:t>Click to add title</a:t>
            </a:r>
            <a:endParaRPr lang="en-US" dirty="0"/>
          </a:p>
        </p:txBody>
      </p:sp>
      <p:sp>
        <p:nvSpPr>
          <p:cNvPr id="12"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1" name="Picture 10"/>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showMasterSp="0" userDrawn="1">
  <p:cSld name="D. Green arrow one third">
    <p:bg>
      <p:bgPr>
        <a:solidFill>
          <a:schemeClr val="bg1"/>
        </a:solidFill>
        <a:effectLst/>
      </p:bgPr>
    </p:bg>
    <p:spTree>
      <p:nvGrpSpPr>
        <p:cNvPr id="1" name=""/>
        <p:cNvGrpSpPr/>
        <p:nvPr/>
      </p:nvGrpSpPr>
      <p:grpSpPr>
        <a:xfrm>
          <a:off x="0" y="0"/>
          <a:ext cx="0" cy="0"/>
          <a:chOff x="0" y="0"/>
          <a:chExt cx="0" cy="0"/>
        </a:xfrm>
      </p:grpSpPr>
      <p:sp>
        <p:nvSpPr>
          <p:cNvPr id="19"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dirty="0"/>
              <a:t>Click to add title</a:t>
            </a:r>
            <a:endParaRPr lang="en-US" dirty="0"/>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6"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7562" b="6867"/>
          <a:stretch>
            <a:fillRect/>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showMasterSp="0" userDrawn="1">
  <p:cSld name="D. 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latin typeface="+mj-lt"/>
                <a:sym typeface="Trebuchet MS" panose="020B0603020202020204" pitchFamily="34" charset="0"/>
              </a:defRPr>
            </a:lvl1pPr>
          </a:lstStyle>
          <a:p>
            <a:r>
              <a:rPr lang="en-US" dirty="0"/>
              <a:t>Click to add title</a:t>
            </a:r>
            <a:endParaRPr lang="en-US" dirty="0"/>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fld>
            <a:endParaRPr lang="en-US" sz="1000" kern="1200" dirty="0">
              <a:solidFill>
                <a:schemeClr val="bg1"/>
              </a:solidFill>
              <a:latin typeface="+mn-lt"/>
              <a:ea typeface="+mn-ea"/>
              <a:cs typeface="+mn-cs"/>
              <a:sym typeface="Trebuchet MS" panose="020B0603020202020204" pitchFamily="34" charset="0"/>
            </a:endParaRPr>
          </a:p>
        </p:txBody>
      </p:sp>
      <p:sp>
        <p:nvSpPr>
          <p:cNvPr id="12"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0" name="Picture 9"/>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showMasterSp="0" userDrawn="1">
  <p:cSld name="D. Green arrow half">
    <p:bg>
      <p:bgPr>
        <a:solidFill>
          <a:schemeClr val="bg1"/>
        </a:soli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endParaRPr lang="en-US" dirty="0"/>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7"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a:fillRect/>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showMasterSp="0" userDrawn="1">
  <p:cSld name="D. 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fld>
            <a:endParaRPr lang="en-US" sz="1000" kern="1200" dirty="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latin typeface="+mj-lt"/>
                <a:sym typeface="Trebuchet MS" panose="020B0603020202020204" pitchFamily="34" charset="0"/>
              </a:defRPr>
            </a:lvl1pPr>
          </a:lstStyle>
          <a:p>
            <a:r>
              <a:rPr lang="en-US" dirty="0"/>
              <a:t>Click to add title</a:t>
            </a:r>
            <a:endParaRPr lang="en-US" dirty="0"/>
          </a:p>
        </p:txBody>
      </p:sp>
      <p:sp>
        <p:nvSpPr>
          <p:cNvPr id="14"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1" name="Picture 10"/>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showMasterSp="0" userDrawn="1">
  <p:cSld name="D. Green arrow two third">
    <p:bg>
      <p:bgPr>
        <a:solidFill>
          <a:schemeClr val="bg1"/>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endParaRPr lang="en-US" dirty="0"/>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0"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a:fillRect/>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showMasterSp="0" userDrawn="1">
  <p:cSld name="D. 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0" name="TextBox 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fld>
            <a:endParaRPr lang="en-US" sz="1000" kern="1200" dirty="0">
              <a:solidFill>
                <a:schemeClr val="bg1"/>
              </a:solidFill>
              <a:latin typeface="+mn-lt"/>
              <a:ea typeface="+mn-ea"/>
              <a:cs typeface="+mn-cs"/>
              <a:sym typeface="Trebuchet MS" panose="020B0603020202020204" pitchFamily="34" charset="0"/>
            </a:endParaRPr>
          </a:p>
        </p:txBody>
      </p:sp>
      <p:sp>
        <p:nvSpPr>
          <p:cNvPr id="11"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endParaRPr lang="en-US" dirty="0"/>
          </a:p>
        </p:txBody>
      </p:sp>
      <p:sp>
        <p:nvSpPr>
          <p:cNvPr id="8"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D. Big statement icon">
    <p:bg>
      <p:bgPr>
        <a:solidFill>
          <a:schemeClr val="bg1"/>
        </a:soli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endParaRPr lang="en-US" dirty="0"/>
          </a:p>
        </p:txBody>
      </p:sp>
      <p:sp>
        <p:nvSpPr>
          <p:cNvPr id="9"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showMasterSp="0" userDrawn="1">
  <p:cSld name="D. Quote">
    <p:bg>
      <p:bgPr>
        <a:solidFill>
          <a:schemeClr val="accent1"/>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0" name="think-cell Slide" r:id="rId3" imgW="8890" imgH="8890" progId="TCLayout.ActiveDocument.1">
                  <p:embed/>
                </p:oleObj>
              </mc:Choice>
              <mc:Fallback>
                <p:oleObj name="think-cell Slide" r:id="rId3" imgW="8890" imgH="8890" progId="TCLayout.ActiveDocument.1">
                  <p:embed/>
                  <p:pic>
                    <p:nvPicPr>
                      <p:cNvPr id="0" name="图片 -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dirty="0"/>
          </a:p>
        </p:txBody>
      </p:sp>
      <p:pic>
        <p:nvPicPr>
          <p:cNvPr id="7" name="Picture 6"/>
          <p:cNvPicPr>
            <a:picLocks noChangeAspect="1"/>
          </p:cNvPicPr>
          <p:nvPr userDrawn="1"/>
        </p:nvPicPr>
        <p:blipFill rotWithShape="1">
          <a:blip r:embed="rId5">
            <a:extLst>
              <a:ext uri="{28A0092B-C50C-407E-A947-70E740481C1C}">
                <a14:useLocalDpi xmlns:a14="http://schemas.microsoft.com/office/drawing/2010/main" val="0"/>
              </a:ext>
            </a:extLst>
          </a:blip>
          <a:srcRect r="3634" b="1258"/>
          <a:stretch>
            <a:fillRect/>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noAutofit/>
          </a:bodyPr>
          <a:lstStyle/>
          <a:p>
            <a:endParaRPr lang="en-US" dirty="0">
              <a:latin typeface="+mn-lt"/>
              <a:sym typeface="Trebuchet MS" panose="020B0603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showMasterSp="0" userDrawn="1">
  <p:cSld name="D. 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fld>
            <a:endParaRPr lang="en-US" sz="1000" kern="1200" dirty="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10933200" cy="332399"/>
          </a:xfrm>
        </p:spPr>
        <p:txBody>
          <a:bodyPr/>
          <a:lstStyle>
            <a:lvl1pPr>
              <a:defRPr>
                <a:solidFill>
                  <a:schemeClr val="bg1"/>
                </a:solidFill>
                <a:latin typeface="+mj-lt"/>
                <a:sym typeface="Trebuchet MS" panose="020B0603020202020204" pitchFamily="34" charset="0"/>
              </a:defRPr>
            </a:lvl1pPr>
          </a:lstStyle>
          <a:p>
            <a:r>
              <a:rPr lang="en-US" dirty="0"/>
              <a:t>Click to add title</a:t>
            </a:r>
            <a:endParaRPr lang="en-US" dirty="0"/>
          </a:p>
        </p:txBody>
      </p:sp>
      <p:sp>
        <p:nvSpPr>
          <p:cNvPr id="8"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showMasterSp="0" userDrawn="1">
  <p:cSld name="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dirty="0">
                <a:solidFill>
                  <a:schemeClr val="tx2"/>
                </a:solidFill>
                <a:latin typeface="+mn-lt"/>
                <a:sym typeface="Trebuchet MS" panose="020B0603020202020204" pitchFamily="34" charset="0"/>
              </a:rPr>
              <a:t>Table of contents</a:t>
            </a:r>
            <a:endParaRPr lang="en-US" sz="5400" dirty="0">
              <a:solidFill>
                <a:schemeClr val="tx2"/>
              </a:solidFill>
              <a:latin typeface="+mn-lt"/>
              <a:sym typeface="Trebuchet MS" panose="020B0603020202020204" pitchFamily="34" charset="0"/>
            </a:endParaRPr>
          </a:p>
        </p:txBody>
      </p:sp>
      <p:sp>
        <p:nvSpPr>
          <p:cNvPr id="15"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fld>
            <a:endParaRPr lang="en-US" sz="1000" kern="1200" dirty="0">
              <a:solidFill>
                <a:schemeClr val="bg1"/>
              </a:solidFill>
              <a:latin typeface="+mn-lt"/>
              <a:ea typeface="+mn-ea"/>
              <a:cs typeface="+mn-cs"/>
              <a:sym typeface="Trebuchet MS" panose="020B0603020202020204" pitchFamily="34" charset="0"/>
            </a:endParaRPr>
          </a:p>
        </p:txBody>
      </p:sp>
      <p:sp>
        <p:nvSpPr>
          <p:cNvPr id="14"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0" name="Picture 9"/>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showMasterSp="0">
  <p:cSld name="D. 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6"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1" name="TextBox 10"/>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fld>
            <a:endParaRPr lang="en-US" sz="1000" kern="1200" dirty="0">
              <a:solidFill>
                <a:schemeClr val="bg1"/>
              </a:solidFill>
              <a:latin typeface="+mn-lt"/>
              <a:ea typeface="+mn-ea"/>
              <a:cs typeface="+mn-cs"/>
              <a:sym typeface="Trebuchet MS" panose="020B0603020202020204" pitchFamily="34" charset="0"/>
            </a:endParaRPr>
          </a:p>
        </p:txBody>
      </p:sp>
      <p:sp>
        <p:nvSpPr>
          <p:cNvPr id="8"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D. Blank">
    <p:bg>
      <p:bgPr>
        <a:solidFill>
          <a:schemeClr val="bg1"/>
        </a:solidFill>
        <a:effectLst/>
      </p:bgPr>
    </p:bg>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D. Disclaimer">
    <p:spTree>
      <p:nvGrpSpPr>
        <p:cNvPr id="1" name=""/>
        <p:cNvGrpSpPr/>
        <p:nvPr/>
      </p:nvGrpSpPr>
      <p:grpSpPr>
        <a:xfrm>
          <a:off x="0" y="0"/>
          <a:ext cx="0" cy="0"/>
          <a:chOff x="0" y="0"/>
          <a:chExt cx="0" cy="0"/>
        </a:xfrm>
      </p:grpSpPr>
      <p:sp>
        <p:nvSpPr>
          <p:cNvPr id="6" name="Rectangle 5"/>
          <p:cNvSpPr/>
          <p:nvPr/>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dirty="0">
                <a:latin typeface="+mn-lt"/>
                <a:sym typeface="Trebuchet MS" panose="020B0603020202020204" pitchFamily="34" charset="0"/>
              </a:rPr>
              <a:t>The services and materials provided by Boston Consulting Group (BCG) are subject to BCG's Standard Terms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to update these materials after the date hereof, notwithstanding that such information may become outdated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inaccurate.</a:t>
            </a:r>
            <a:endParaRPr lang="en-US" sz="900" b="0" dirty="0">
              <a:latin typeface="+mn-lt"/>
              <a:sym typeface="Trebuchet MS" panose="020B0603020202020204" pitchFamily="34" charset="0"/>
            </a:endParaRPr>
          </a:p>
          <a:p>
            <a:pPr indent="0">
              <a:lnSpc>
                <a:spcPct val="100000"/>
              </a:lnSpc>
            </a:pPr>
            <a:r>
              <a:rPr lang="en-US" sz="900" b="0" dirty="0">
                <a:latin typeface="+mn-lt"/>
                <a:sym typeface="Trebuchet MS" panose="020B0603020202020204" pitchFamily="34" charset="0"/>
              </a:rPr>
              <a:t> </a:t>
            </a:r>
            <a:endParaRPr lang="en-US" sz="900" b="0" dirty="0">
              <a:latin typeface="+mn-lt"/>
              <a:sym typeface="Trebuchet MS" panose="020B0603020202020204" pitchFamily="34" charset="0"/>
            </a:endParaRPr>
          </a:p>
          <a:p>
            <a:pPr indent="0">
              <a:lnSpc>
                <a:spcPct val="100000"/>
              </a:lnSpc>
            </a:pPr>
            <a:r>
              <a:rPr lang="en-US" sz="900" b="0" dirty="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of this document shall be deemed agreement with and consideration for the foregoing.</a:t>
            </a:r>
            <a:endParaRPr lang="en-US" sz="900" b="0" dirty="0">
              <a:latin typeface="+mn-lt"/>
              <a:sym typeface="Trebuchet MS" panose="020B0603020202020204" pitchFamily="34" charset="0"/>
            </a:endParaRPr>
          </a:p>
          <a:p>
            <a:pPr indent="0">
              <a:lnSpc>
                <a:spcPct val="100000"/>
              </a:lnSpc>
            </a:pPr>
            <a:endParaRPr lang="en-US" sz="900" b="0" dirty="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defRPr/>
            </a:pPr>
            <a:r>
              <a:rPr lang="en-US" sz="900" b="0" dirty="0">
                <a:latin typeface="+mn-lt"/>
                <a:sym typeface="Trebuchet MS" panose="020B0603020202020204" pitchFamily="34" charset="0"/>
              </a:rPr>
              <a:t>BCG does not provide fairness opinions or valuations of market transactions, and these materials should not be relied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operating assumptions will clearly impact the analyses and conclusions.</a:t>
            </a:r>
            <a:endParaRPr lang="en-US" sz="900" b="0" dirty="0">
              <a:latin typeface="+mn-lt"/>
              <a:sym typeface="Trebuchet MS" panose="020B0603020202020204" pitchFamily="34" charset="0"/>
            </a:endParaRPr>
          </a:p>
        </p:txBody>
      </p:sp>
      <p:sp>
        <p:nvSpPr>
          <p:cNvPr id="7" name="Title 6"/>
          <p:cNvSpPr txBox="1"/>
          <p:nvPr/>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dirty="0">
                <a:gradFill>
                  <a:gsLst>
                    <a:gs pos="100000">
                      <a:schemeClr val="tx2"/>
                    </a:gs>
                    <a:gs pos="2000">
                      <a:schemeClr val="accent2"/>
                    </a:gs>
                  </a:gsLst>
                  <a:lin ang="2700000" scaled="0"/>
                </a:gradFill>
                <a:latin typeface="+mn-lt"/>
                <a:sym typeface="Trebuchet MS" panose="020B0603020202020204" pitchFamily="34" charset="0"/>
              </a:rPr>
              <a:t>Disclaimer</a:t>
            </a:r>
            <a:endParaRPr lang="en-US" sz="5100" dirty="0">
              <a:gradFill>
                <a:gsLst>
                  <a:gs pos="100000">
                    <a:schemeClr val="tx2"/>
                  </a:gs>
                  <a:gs pos="2000">
                    <a:schemeClr val="accent2"/>
                  </a:gs>
                </a:gsLst>
                <a:lin ang="2700000" scaled="0"/>
              </a:gradFill>
              <a:latin typeface="+mn-lt"/>
              <a:sym typeface="Trebuchet MS" panose="020B0603020202020204" pitchFamily="34" charset="0"/>
            </a:endParaRPr>
          </a:p>
        </p:txBody>
      </p:sp>
      <p:cxnSp>
        <p:nvCxnSpPr>
          <p:cNvPr id="9" name="Straight Connector 8"/>
          <p:cNvCxnSpPr/>
          <p:nvPr/>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4" name="Date Placeholder 3"/>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1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1"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type="blank" preserve="1" showMasterSp="0">
  <p:cSld name="D. 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0" name="think-cell Slide" r:id="rId3" imgW="8890" imgH="8890" progId="TCLayout.ActiveDocument.1">
                  <p:embed/>
                </p:oleObj>
              </mc:Choice>
              <mc:Fallback>
                <p:oleObj name="think-cell Slide" r:id="rId3" imgW="8890" imgH="8890" progId="TCLayout.ActiveDocument.1">
                  <p:embed/>
                  <p:pic>
                    <p:nvPicPr>
                      <p:cNvPr id="0" name="图片 -1"/>
                      <p:cNvPicPr/>
                      <p:nvPr/>
                    </p:nvPicPr>
                    <p:blipFill>
                      <a:blip r:embed="rId4"/>
                      <a:stretch>
                        <a:fillRect/>
                      </a:stretch>
                    </p:blipFill>
                    <p:spPr>
                      <a:xfrm>
                        <a:off x="1588" y="1588"/>
                        <a:ext cx="1587" cy="1587"/>
                      </a:xfrm>
                      <a:prstGeom prst="rect">
                        <a:avLst/>
                      </a:prstGeom>
                    </p:spPr>
                  </p:pic>
                </p:oleObj>
              </mc:Fallback>
            </mc:AlternateContent>
          </a:graphicData>
        </a:graphic>
      </p:graphicFrame>
      <p:pic>
        <p:nvPicPr>
          <p:cNvPr id="9" name="TitleAndEndImages"/>
          <p:cNvPicPr>
            <a:picLocks noChangeAspect="1"/>
          </p:cNvPicPr>
          <p:nvPr userDrawn="1">
            <p:custDataLst>
              <p:tags r:id="rId5"/>
            </p:custDataLst>
          </p:nvPr>
        </p:nvPicPr>
        <p:blipFill>
          <a:blip r:embed="rId6">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8" name="Rectangle 7"/>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15" name="TextBox 14"/>
          <p:cNvSpPr txBox="1"/>
          <p:nvPr/>
        </p:nvSpPr>
        <p:spPr bwMode="white">
          <a:xfrm>
            <a:off x="924979" y="5715178"/>
            <a:ext cx="840801" cy="170110"/>
          </a:xfrm>
          <a:prstGeom prst="rect">
            <a:avLst/>
          </a:prstGeom>
          <a:noFill/>
        </p:spPr>
        <p:txBody>
          <a:bodyPr wrap="none" lIns="0" tIns="0" rIns="0" bIns="0" rtlCol="0" anchor="b">
            <a:noAutofit/>
          </a:bodyPr>
          <a:lstStyle/>
          <a:p>
            <a:pPr>
              <a:lnSpc>
                <a:spcPct val="90000"/>
              </a:lnSpc>
              <a:spcAft>
                <a:spcPts val="600"/>
              </a:spcAft>
            </a:pPr>
            <a:r>
              <a:rPr lang="en-US" sz="1200" dirty="0">
                <a:solidFill>
                  <a:schemeClr val="bg1"/>
                </a:solidFill>
                <a:latin typeface="+mn-lt"/>
                <a:sym typeface="Trebuchet MS" panose="020B0603020202020204" pitchFamily="34" charset="0"/>
              </a:rPr>
              <a:t>bcg.com</a:t>
            </a:r>
            <a:endParaRPr lang="en-US" sz="1200" dirty="0">
              <a:solidFill>
                <a:schemeClr val="bg1"/>
              </a:solidFill>
              <a:latin typeface="+mn-lt"/>
              <a:sym typeface="Trebuchet MS" panose="020B0603020202020204" pitchFamily="34" charset="0"/>
            </a:endParaRPr>
          </a:p>
        </p:txBody>
      </p:sp>
      <p:sp>
        <p:nvSpPr>
          <p:cNvPr id="10" name="Freeform 9"/>
          <p:cNvSpPr>
            <a:spLocks noChangeAspect="1"/>
          </p:cNvSpPr>
          <p:nvPr userDrawn="1">
            <p:custDataLst>
              <p:tags r:id="rId7"/>
            </p:custDataLst>
          </p:nvPr>
        </p:nvSpPr>
        <p:spPr bwMode="auto">
          <a:xfrm>
            <a:off x="2676857" y="2969513"/>
            <a:ext cx="4033357" cy="842974"/>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Autofit/>
          </a:bodyPr>
          <a:lstStyle/>
          <a:p>
            <a:endParaRPr lang="en-US"/>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D. Layout guide">
    <p:spTree>
      <p:nvGrpSpPr>
        <p:cNvPr id="1" name=""/>
        <p:cNvGrpSpPr/>
        <p:nvPr/>
      </p:nvGrpSpPr>
      <p:grpSpPr>
        <a:xfrm>
          <a:off x="0" y="0"/>
          <a:ext cx="0" cy="0"/>
          <a:chOff x="0" y="0"/>
          <a:chExt cx="0" cy="0"/>
        </a:xfrm>
      </p:grpSpPr>
      <p:grpSp>
        <p:nvGrpSpPr>
          <p:cNvPr id="144" name="Group 143"/>
          <p:cNvGrpSpPr/>
          <p:nvPr userDrawn="1"/>
        </p:nvGrpSpPr>
        <p:grpSpPr>
          <a:xfrm>
            <a:off x="-600" y="-1"/>
            <a:ext cx="12193800" cy="6858001"/>
            <a:chOff x="-600" y="-1"/>
            <a:chExt cx="12193800" cy="6858001"/>
          </a:xfrm>
        </p:grpSpPr>
        <p:sp>
          <p:nvSpPr>
            <p:cNvPr id="145"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solidFill>
                  <a:schemeClr val="tx1"/>
                </a:solidFill>
                <a:latin typeface="+mn-lt"/>
              </a:endParaRPr>
            </a:p>
          </p:txBody>
        </p:sp>
        <p:grpSp>
          <p:nvGrpSpPr>
            <p:cNvPr id="146" name="Baselines / anchors"/>
            <p:cNvGrpSpPr/>
            <p:nvPr userDrawn="1"/>
          </p:nvGrpSpPr>
          <p:grpSpPr>
            <a:xfrm>
              <a:off x="-600" y="622800"/>
              <a:ext cx="12193200" cy="5536800"/>
              <a:chOff x="12623800" y="622800"/>
              <a:chExt cx="11176000" cy="5536800"/>
            </a:xfrm>
          </p:grpSpPr>
          <p:cxnSp>
            <p:nvCxnSpPr>
              <p:cNvPr id="170" name="Straight Connector 169"/>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1" name="Straight Connector 170"/>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4" name="Straight Connector 173"/>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6" name="Straight Connector 175"/>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8" name="Straight Connector 177"/>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9" name="Straight Connector 178"/>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0" name="Straight Connector 179"/>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6" name="Straight Connector 185"/>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147" name="Gutter space"/>
            <p:cNvGrpSpPr/>
            <p:nvPr userDrawn="1"/>
          </p:nvGrpSpPr>
          <p:grpSpPr>
            <a:xfrm>
              <a:off x="1277000" y="623550"/>
              <a:ext cx="9638000" cy="5537047"/>
              <a:chOff x="1277000" y="623550"/>
              <a:chExt cx="9638000" cy="5537047"/>
            </a:xfrm>
          </p:grpSpPr>
          <p:sp>
            <p:nvSpPr>
              <p:cNvPr id="159"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latin typeface="+mn-lt"/>
                </a:endParaRPr>
              </a:p>
            </p:txBody>
          </p:sp>
          <p:sp>
            <p:nvSpPr>
              <p:cNvPr id="160"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latin typeface="+mn-lt"/>
                </a:endParaRPr>
              </a:p>
            </p:txBody>
          </p:sp>
          <p:sp>
            <p:nvSpPr>
              <p:cNvPr id="161"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latin typeface="+mn-lt"/>
                </a:endParaRPr>
              </a:p>
            </p:txBody>
          </p:sp>
          <p:sp>
            <p:nvSpPr>
              <p:cNvPr id="162"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latin typeface="+mn-lt"/>
                </a:endParaRPr>
              </a:p>
            </p:txBody>
          </p:sp>
          <p:sp>
            <p:nvSpPr>
              <p:cNvPr id="163"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latin typeface="+mn-lt"/>
                </a:endParaRPr>
              </a:p>
            </p:txBody>
          </p:sp>
          <p:sp>
            <p:nvSpPr>
              <p:cNvPr id="164"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latin typeface="+mn-lt"/>
                </a:endParaRPr>
              </a:p>
            </p:txBody>
          </p:sp>
          <p:sp>
            <p:nvSpPr>
              <p:cNvPr id="165"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latin typeface="+mn-lt"/>
                </a:endParaRPr>
              </a:p>
            </p:txBody>
          </p:sp>
          <p:sp>
            <p:nvSpPr>
              <p:cNvPr id="166"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latin typeface="+mn-lt"/>
                </a:endParaRPr>
              </a:p>
            </p:txBody>
          </p:sp>
          <p:sp>
            <p:nvSpPr>
              <p:cNvPr id="167"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latin typeface="+mn-lt"/>
                </a:endParaRPr>
              </a:p>
            </p:txBody>
          </p:sp>
          <p:sp>
            <p:nvSpPr>
              <p:cNvPr id="168"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latin typeface="+mn-lt"/>
                </a:endParaRPr>
              </a:p>
            </p:txBody>
          </p:sp>
          <p:sp>
            <p:nvSpPr>
              <p:cNvPr id="169"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latin typeface="+mn-lt"/>
                </a:endParaRPr>
              </a:p>
            </p:txBody>
          </p:sp>
        </p:grpSp>
        <p:sp>
          <p:nvSpPr>
            <p:cNvPr id="148" name="Slide edge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575757"/>
                </a:solidFill>
                <a:effectLst/>
                <a:uLnTx/>
                <a:uFillTx/>
                <a:latin typeface="+mn-lt"/>
                <a:ea typeface="+mn-ea"/>
                <a:cs typeface="+mn-cs"/>
              </a:endParaRPr>
            </a:p>
          </p:txBody>
        </p:sp>
        <p:sp>
          <p:nvSpPr>
            <p:cNvPr id="149"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latin typeface="+mn-lt"/>
              </a:endParaRPr>
            </a:p>
          </p:txBody>
        </p:sp>
        <p:sp>
          <p:nvSpPr>
            <p:cNvPr id="150"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latin typeface="+mn-lt"/>
              </a:endParaRPr>
            </a:p>
          </p:txBody>
        </p:sp>
        <p:grpSp>
          <p:nvGrpSpPr>
            <p:cNvPr id="151" name="Five column measure"/>
            <p:cNvGrpSpPr/>
            <p:nvPr userDrawn="1"/>
          </p:nvGrpSpPr>
          <p:grpSpPr>
            <a:xfrm>
              <a:off x="629400" y="5975122"/>
              <a:ext cx="10933200" cy="79536"/>
              <a:chOff x="629400" y="5975122"/>
              <a:chExt cx="10933200" cy="79536"/>
            </a:xfrm>
          </p:grpSpPr>
          <p:sp>
            <p:nvSpPr>
              <p:cNvPr id="154"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latin typeface="+mn-lt"/>
                </a:endParaRPr>
              </a:p>
            </p:txBody>
          </p:sp>
          <p:sp>
            <p:nvSpPr>
              <p:cNvPr id="155"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latin typeface="+mn-lt"/>
                </a:endParaRPr>
              </a:p>
            </p:txBody>
          </p:sp>
          <p:sp>
            <p:nvSpPr>
              <p:cNvPr id="156"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latin typeface="+mn-lt"/>
                </a:endParaRPr>
              </a:p>
            </p:txBody>
          </p:sp>
          <p:sp>
            <p:nvSpPr>
              <p:cNvPr id="157"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latin typeface="+mn-lt"/>
                </a:endParaRPr>
              </a:p>
            </p:txBody>
          </p:sp>
          <p:sp>
            <p:nvSpPr>
              <p:cNvPr id="158"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latin typeface="+mn-lt"/>
                </a:endParaRPr>
              </a:p>
            </p:txBody>
          </p:sp>
        </p:grpSp>
        <p:sp>
          <p:nvSpPr>
            <p:cNvPr id="152"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schemeClr val="bg1"/>
                </a:solidFill>
                <a:latin typeface="+mn-lt"/>
              </a:endParaRPr>
            </a:p>
          </p:txBody>
        </p:sp>
        <p:sp>
          <p:nvSpPr>
            <p:cNvPr id="153"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endPar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endParaRPr>
            </a:p>
            <a:p>
              <a:pPr marL="0" marR="0" lvl="0" indent="0" algn="l" defTabSz="914400" rtl="0" eaLnBrk="1" fontAlgn="auto" latinLnBrk="0" hangingPunct="1">
                <a:lnSpc>
                  <a:spcPct val="90000"/>
                </a:lnSpc>
                <a:spcBef>
                  <a:spcPts val="0"/>
                </a:spcBef>
                <a:spcAft>
                  <a:spcPts val="0"/>
                </a:spcAft>
                <a:buClrTx/>
                <a:buSzTx/>
                <a:buFontTx/>
                <a:buNone/>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endPar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endParaRPr>
            </a:p>
            <a:p>
              <a:pPr marL="0" marR="0" lvl="0" indent="0" algn="l" defTabSz="914400" rtl="0" eaLnBrk="1" fontAlgn="auto" latinLnBrk="0" hangingPunct="1">
                <a:lnSpc>
                  <a:spcPct val="90000"/>
                </a:lnSpc>
                <a:spcBef>
                  <a:spcPts val="0"/>
                </a:spcBef>
                <a:spcAft>
                  <a:spcPts val="0"/>
                </a:spcAft>
                <a:buClrTx/>
                <a:buSzTx/>
                <a:buFontTx/>
                <a:buNone/>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endPar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endParaRP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55"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showMasterSp="0" userDrawn="1">
  <p:cSld name="Agenda Section Header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0" name="think-cell Slide" r:id="rId3" imgW="12700" imgH="12700" progId="TCLayout.ActiveDocument.1">
                  <p:embed/>
                </p:oleObj>
              </mc:Choice>
              <mc:Fallback>
                <p:oleObj name="think-cell Slide" r:id="rId3" imgW="12700" imgH="12700" progId="TCLayout.ActiveDocument.1">
                  <p:embed/>
                  <p:pic>
                    <p:nvPicPr>
                      <p:cNvPr id="0"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1" name="Rectangle 10"/>
          <p:cNvSpPr/>
          <p:nvPr userDrawn="1"/>
        </p:nvSpPr>
        <p:spPr bwMode="invGray">
          <a:xfrm>
            <a:off x="1388145" y="4691187"/>
            <a:ext cx="929337" cy="995874"/>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dirty="0">
              <a:solidFill>
                <a:prstClr val="white"/>
              </a:solidFill>
              <a:latin typeface="Trebuchet MS" panose="020B0603020202020204" pitchFamily="34" charset="0"/>
            </a:endParaRPr>
          </a:p>
        </p:txBody>
      </p:sp>
      <p:sp>
        <p:nvSpPr>
          <p:cNvPr id="12" name="Rectangle 11"/>
          <p:cNvSpPr/>
          <p:nvPr userDrawn="1">
            <p:custDataLst>
              <p:tags r:id="rId5"/>
            </p:custDataLst>
          </p:nvPr>
        </p:nvSpPr>
        <p:spPr>
          <a:xfrm>
            <a:off x="2509482" y="4691187"/>
            <a:ext cx="1570152" cy="1468176"/>
          </a:xfrm>
          <a:prstGeom prst="rect">
            <a:avLst/>
          </a:prstGeom>
          <a:noFill/>
          <a:ln w="9525" cmpd="sng">
            <a:solidFill>
              <a:srgbClr val="FFFFFF"/>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noAutofit/>
          </a:bodyPr>
          <a:lstStyle/>
          <a:p>
            <a:pPr>
              <a:lnSpc>
                <a:spcPct val="95000"/>
              </a:lnSpc>
            </a:pPr>
            <a:endParaRPr lang="en-US" sz="1200" dirty="0">
              <a:solidFill>
                <a:srgbClr val="FFFFFF"/>
              </a:solidFill>
              <a:latin typeface="Trebuchet MS" panose="020B0603020202020204" pitchFamily="34" charset="0"/>
            </a:endParaRPr>
          </a:p>
        </p:txBody>
      </p:sp>
      <p:sp>
        <p:nvSpPr>
          <p:cNvPr id="2" name="TextBox 1"/>
          <p:cNvSpPr txBox="1"/>
          <p:nvPr userDrawn="1"/>
        </p:nvSpPr>
        <p:spPr>
          <a:xfrm>
            <a:off x="630000" y="907199"/>
            <a:ext cx="3448800" cy="3488400"/>
          </a:xfrm>
          <a:prstGeom prst="rect">
            <a:avLst/>
          </a:prstGeom>
          <a:noFill/>
          <a:ln>
            <a:solidFill>
              <a:schemeClr val="bg1"/>
            </a:solidFill>
          </a:ln>
        </p:spPr>
        <p:txBody>
          <a:bodyPr wrap="square" lIns="612000" tIns="468000" rIns="0" bIns="0" rtlCol="0" anchor="t">
            <a:spAutoFit/>
          </a:bodyPr>
          <a:lstStyle/>
          <a:p>
            <a:pPr>
              <a:lnSpc>
                <a:spcPct val="90000"/>
              </a:lnSpc>
              <a:spcAft>
                <a:spcPts val="600"/>
              </a:spcAft>
            </a:pPr>
            <a:endParaRPr lang="en-US" sz="5400" dirty="0">
              <a:solidFill>
                <a:schemeClr val="bg1"/>
              </a:solidFill>
            </a:endParaRPr>
          </a:p>
        </p:txBody>
      </p:sp>
      <p:sp>
        <p:nvSpPr>
          <p:cNvPr id="10" name="TextBox 1"/>
          <p:cNvSpPr txBox="1"/>
          <p:nvPr userDrawn="1"/>
        </p:nvSpPr>
        <p:spPr>
          <a:xfrm>
            <a:off x="1109949" y="1115416"/>
            <a:ext cx="2488182" cy="896399"/>
          </a:xfrm>
          <a:prstGeom prst="rect">
            <a:avLst/>
          </a:prstGeom>
          <a:noFill/>
        </p:spPr>
        <p:txBody>
          <a:bodyPr wrap="none" rtlCol="0">
            <a:spAutoFit/>
          </a:bodyPr>
          <a:lstStyle/>
          <a:p>
            <a:pPr algn="ctr" fontAlgn="auto">
              <a:lnSpc>
                <a:spcPct val="95000"/>
              </a:lnSpc>
              <a:spcBef>
                <a:spcPts val="0"/>
              </a:spcBef>
              <a:spcAft>
                <a:spcPts val="0"/>
              </a:spcAft>
            </a:pPr>
            <a:r>
              <a:rPr lang="en-US" sz="5400" dirty="0">
                <a:solidFill>
                  <a:schemeClr val="bg1"/>
                </a:solidFill>
                <a:latin typeface="+mj-lt"/>
              </a:rPr>
              <a:t>Agenda</a:t>
            </a:r>
            <a:endParaRPr lang="en-US" sz="5400" dirty="0">
              <a:solidFill>
                <a:schemeClr val="bg1"/>
              </a:solidFill>
              <a:latin typeface="+mj-lt"/>
            </a:endParaRPr>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showMasterSp="0" userDrawn="1">
  <p:cSld name="Agenda Section Header">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0" name="think-cell Slide" r:id="rId3" imgW="12700" imgH="12700" progId="TCLayout.ActiveDocument.1">
                  <p:embed/>
                </p:oleObj>
              </mc:Choice>
              <mc:Fallback>
                <p:oleObj name="think-cell Slide" r:id="rId3" imgW="12700" imgH="12700" progId="TCLayout.ActiveDocument.1">
                  <p:embed/>
                  <p:pic>
                    <p:nvPicPr>
                      <p:cNvPr id="0"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0" name="Rectangle 9"/>
          <p:cNvSpPr/>
          <p:nvPr userDrawn="1"/>
        </p:nvSpPr>
        <p:spPr bwMode="white">
          <a:xfrm>
            <a:off x="1284743" y="1428131"/>
            <a:ext cx="947672" cy="947672"/>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Trebuchet MS" panose="020B0603020202020204" pitchFamily="34" charset="0"/>
              <a:sym typeface="Trebuchet MS" panose="020B0603020202020204" pitchFamily="34" charset="0"/>
            </a:endParaRPr>
          </a:p>
        </p:txBody>
      </p:sp>
      <p:sp>
        <p:nvSpPr>
          <p:cNvPr id="13" name="Rectangle 12"/>
          <p:cNvSpPr/>
          <p:nvPr userDrawn="1"/>
        </p:nvSpPr>
        <p:spPr>
          <a:xfrm>
            <a:off x="1285200" y="2667600"/>
            <a:ext cx="9619200" cy="3200400"/>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dirty="0">
              <a:solidFill>
                <a:prstClr val="white"/>
              </a:solidFill>
              <a:latin typeface="Trebuchet MS" panose="020B0603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showMasterSp="0" userDrawn="1">
  <p:cSld name="Agenda Full Width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0" name="think-cell Slide" r:id="rId3" imgW="12700" imgH="12700" progId="TCLayout.ActiveDocument.1">
                  <p:embed/>
                </p:oleObj>
              </mc:Choice>
              <mc:Fallback>
                <p:oleObj name="think-cell Slide" r:id="rId3" imgW="12700" imgH="12700" progId="TCLayout.ActiveDocument.1">
                  <p:embed/>
                  <p:pic>
                    <p:nvPicPr>
                      <p:cNvPr id="0"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0" name="Title 1"/>
          <p:cNvSpPr txBox="1"/>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dirty="0">
                <a:solidFill>
                  <a:schemeClr val="bg1"/>
                </a:solidFill>
              </a:rPr>
              <a:t>Agenda</a:t>
            </a:r>
            <a:endParaRPr lang="en-US" dirty="0">
              <a:solidFill>
                <a:schemeClr val="bg1"/>
              </a:solidFill>
            </a:endParaRPr>
          </a:p>
        </p:txBody>
      </p:sp>
      <p:cxnSp>
        <p:nvCxnSpPr>
          <p:cNvPr id="13" name="Straight Connector 12"/>
          <p:cNvCxnSpPr/>
          <p:nvPr userDrawn="1"/>
        </p:nvCxnSpPr>
        <p:spPr bwMode="white">
          <a:xfrm>
            <a:off x="618898" y="1206000"/>
            <a:ext cx="11576304" cy="0"/>
          </a:xfrm>
          <a:prstGeom prst="line">
            <a:avLst/>
          </a:prstGeom>
          <a:ln w="9525"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showMasterSp="0" userDrawn="1">
  <p:cSld name="Agenda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0" name="think-cell Slide" r:id="rId3" imgW="12700" imgH="12700" progId="TCLayout.ActiveDocument.1">
                  <p:embed/>
                </p:oleObj>
              </mc:Choice>
              <mc:Fallback>
                <p:oleObj name="think-cell Slide" r:id="rId3" imgW="12700" imgH="12700" progId="TCLayout.ActiveDocument.1">
                  <p:embed/>
                  <p:pic>
                    <p:nvPicPr>
                      <p:cNvPr id="0"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5">
            <a:extLst>
              <a:ext uri="{28A0092B-C50C-407E-A947-70E740481C1C}">
                <a14:useLocalDpi xmlns:a14="http://schemas.microsoft.com/office/drawing/2010/main" val="0"/>
              </a:ext>
            </a:extLst>
          </a:blip>
          <a:srcRect l="29398" t="8741" r="101" b="27"/>
          <a:stretch>
            <a:fillRect/>
          </a:stretch>
        </p:blipFill>
        <p:spPr bwMode="ltGray">
          <a:xfrm flipH="1">
            <a:off x="3671068" y="0"/>
            <a:ext cx="416951" cy="6858000"/>
          </a:xfrm>
          <a:prstGeom prst="rect">
            <a:avLst/>
          </a:prstGeom>
        </p:spPr>
      </p:pic>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4" name="FooterSimple" hidden="1"/>
          <p:cNvSpPr txBox="1"/>
          <p:nvPr userDrawn="1">
            <p:custDataLst>
              <p:tags r:id="rId6"/>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17" name="TextBox 16"/>
          <p:cNvSpPr txBox="1"/>
          <p:nvPr userDrawn="1"/>
        </p:nvSpPr>
        <p:spPr>
          <a:xfrm>
            <a:off x="630000" y="3207715"/>
            <a:ext cx="1547143" cy="443198"/>
          </a:xfrm>
          <a:prstGeom prst="rect">
            <a:avLst/>
          </a:prstGeom>
          <a:noFill/>
        </p:spPr>
        <p:txBody>
          <a:bodyPr wrap="square" lIns="0" tIns="0" rIns="0" bIns="0" rtlCol="0" anchor="t">
            <a:spAutoFit/>
          </a:bodyPr>
          <a:lstStyle/>
          <a:p>
            <a:pPr>
              <a:lnSpc>
                <a:spcPct val="90000"/>
              </a:lnSpc>
              <a:spcAft>
                <a:spcPts val="600"/>
              </a:spcAft>
            </a:pPr>
            <a:r>
              <a:rPr lang="en-US" sz="3200" dirty="0">
                <a:solidFill>
                  <a:schemeClr val="bg1"/>
                </a:solidFill>
              </a:rPr>
              <a:t>Agenda</a:t>
            </a:r>
            <a:endParaRPr lang="en-US" sz="3200"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Agenda D. Section Header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0" name="think-cell Slide" r:id="rId3" imgW="12700" imgH="12700" progId="TCLayout.ActiveDocument.1">
                  <p:embed/>
                </p:oleObj>
              </mc:Choice>
              <mc:Fallback>
                <p:oleObj name="think-cell Slide" r:id="rId3" imgW="12700" imgH="12700" progId="TCLayout.ActiveDocument.1">
                  <p:embed/>
                  <p:pic>
                    <p:nvPicPr>
                      <p:cNvPr id="0"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8" name="Rectangle 7"/>
          <p:cNvSpPr/>
          <p:nvPr userDrawn="1"/>
        </p:nvSpPr>
        <p:spPr bwMode="invGray">
          <a:xfrm>
            <a:off x="1388145" y="4691187"/>
            <a:ext cx="929337" cy="995874"/>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dirty="0">
              <a:solidFill>
                <a:prstClr val="white"/>
              </a:solidFill>
              <a:latin typeface="Trebuchet MS" panose="020B0603020202020204" pitchFamily="34" charset="0"/>
            </a:endParaRPr>
          </a:p>
        </p:txBody>
      </p:sp>
      <p:sp>
        <p:nvSpPr>
          <p:cNvPr id="10" name="Rectangle 9"/>
          <p:cNvSpPr/>
          <p:nvPr userDrawn="1">
            <p:custDataLst>
              <p:tags r:id="rId5"/>
            </p:custDataLst>
          </p:nvPr>
        </p:nvSpPr>
        <p:spPr>
          <a:xfrm>
            <a:off x="2509482" y="4691187"/>
            <a:ext cx="1570152" cy="1468176"/>
          </a:xfrm>
          <a:prstGeom prst="rect">
            <a:avLst/>
          </a:prstGeom>
          <a:noFill/>
          <a:ln w="9525" cmpd="sng">
            <a:solidFill>
              <a:schemeClr val="accent4"/>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noAutofit/>
          </a:bodyPr>
          <a:lstStyle/>
          <a:p>
            <a:pPr>
              <a:lnSpc>
                <a:spcPct val="95000"/>
              </a:lnSpc>
            </a:pPr>
            <a:endParaRPr lang="en-US" sz="1200" dirty="0">
              <a:solidFill>
                <a:srgbClr val="FFFFFF"/>
              </a:solidFill>
              <a:latin typeface="Trebuchet MS" panose="020B0603020202020204" pitchFamily="34" charset="0"/>
            </a:endParaRPr>
          </a:p>
        </p:txBody>
      </p:sp>
      <p:sp>
        <p:nvSpPr>
          <p:cNvPr id="11" name="TextBox 10"/>
          <p:cNvSpPr txBox="1"/>
          <p:nvPr userDrawn="1"/>
        </p:nvSpPr>
        <p:spPr>
          <a:xfrm>
            <a:off x="630000" y="907198"/>
            <a:ext cx="3448800" cy="3488400"/>
          </a:xfrm>
          <a:prstGeom prst="rect">
            <a:avLst/>
          </a:prstGeom>
          <a:noFill/>
          <a:ln>
            <a:solidFill>
              <a:schemeClr val="accent4"/>
            </a:solidFill>
          </a:ln>
        </p:spPr>
        <p:txBody>
          <a:bodyPr wrap="square" lIns="612000" tIns="468000" rIns="0" bIns="0" rtlCol="0" anchor="t">
            <a:spAutoFit/>
          </a:bodyPr>
          <a:lstStyle/>
          <a:p>
            <a:pPr>
              <a:lnSpc>
                <a:spcPct val="90000"/>
              </a:lnSpc>
              <a:spcAft>
                <a:spcPts val="600"/>
              </a:spcAft>
            </a:pPr>
            <a:endParaRPr lang="en-US" sz="5400" dirty="0">
              <a:solidFill>
                <a:schemeClr val="accent4"/>
              </a:solidFill>
            </a:endParaRPr>
          </a:p>
        </p:txBody>
      </p:sp>
      <p:sp>
        <p:nvSpPr>
          <p:cNvPr id="9" name="TextBox 1"/>
          <p:cNvSpPr txBox="1"/>
          <p:nvPr userDrawn="1"/>
        </p:nvSpPr>
        <p:spPr>
          <a:xfrm>
            <a:off x="1109949" y="1115416"/>
            <a:ext cx="2488182" cy="896399"/>
          </a:xfrm>
          <a:prstGeom prst="rect">
            <a:avLst/>
          </a:prstGeom>
          <a:noFill/>
        </p:spPr>
        <p:txBody>
          <a:bodyPr wrap="none" rtlCol="0">
            <a:spAutoFit/>
          </a:bodyPr>
          <a:lstStyle>
            <a:defPPr>
              <a:defRPr lang="en-US"/>
            </a:defPPr>
            <a:lvl1pPr algn="ctr" fontAlgn="auto">
              <a:lnSpc>
                <a:spcPct val="95000"/>
              </a:lnSpc>
              <a:spcBef>
                <a:spcPts val="0"/>
              </a:spcBef>
              <a:spcAft>
                <a:spcPts val="0"/>
              </a:spcAft>
              <a:defRPr sz="5400">
                <a:solidFill>
                  <a:schemeClr val="accent4"/>
                </a:solidFill>
                <a:latin typeface="+mj-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Agenda</a:t>
            </a:r>
            <a:endParaRPr lang="en-US" dirty="0"/>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Agenda D. Section Header">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0" name="think-cell Slide" r:id="rId3" imgW="12700" imgH="12700" progId="TCLayout.ActiveDocument.1">
                  <p:embed/>
                </p:oleObj>
              </mc:Choice>
              <mc:Fallback>
                <p:oleObj name="think-cell Slide" r:id="rId3" imgW="12700" imgH="12700" progId="TCLayout.ActiveDocument.1">
                  <p:embed/>
                  <p:pic>
                    <p:nvPicPr>
                      <p:cNvPr id="0"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8" name="Rectangle 7"/>
          <p:cNvSpPr/>
          <p:nvPr userDrawn="1"/>
        </p:nvSpPr>
        <p:spPr bwMode="white">
          <a:xfrm>
            <a:off x="1284743" y="1428131"/>
            <a:ext cx="947672" cy="947672"/>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Trebuchet MS" panose="020B0603020202020204" pitchFamily="34" charset="0"/>
              <a:sym typeface="Trebuchet MS" panose="020B0603020202020204" pitchFamily="34" charset="0"/>
            </a:endParaRPr>
          </a:p>
        </p:txBody>
      </p:sp>
      <p:sp>
        <p:nvSpPr>
          <p:cNvPr id="10" name="Rectangle 9"/>
          <p:cNvSpPr/>
          <p:nvPr userDrawn="1"/>
        </p:nvSpPr>
        <p:spPr>
          <a:xfrm>
            <a:off x="1285200" y="2667600"/>
            <a:ext cx="9619200" cy="3200400"/>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dirty="0">
              <a:solidFill>
                <a:prstClr val="white"/>
              </a:solidFill>
              <a:latin typeface="Trebuchet MS" panose="020B0603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Agenda D. Full Width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0" name="think-cell Slide" r:id="rId3" imgW="12700" imgH="12700" progId="TCLayout.ActiveDocument.1">
                  <p:embed/>
                </p:oleObj>
              </mc:Choice>
              <mc:Fallback>
                <p:oleObj name="think-cell Slide" r:id="rId3" imgW="12700" imgH="12700" progId="TCLayout.ActiveDocument.1">
                  <p:embed/>
                  <p:pic>
                    <p:nvPicPr>
                      <p:cNvPr id="0"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7" name="Title 1"/>
          <p:cNvSpPr txBox="1"/>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dirty="0">
                <a:solidFill>
                  <a:schemeClr val="accent4"/>
                </a:solidFill>
              </a:rPr>
              <a:t>Agenda</a:t>
            </a:r>
            <a:endParaRPr lang="en-US" dirty="0">
              <a:solidFill>
                <a:schemeClr val="accent4"/>
              </a:solidFill>
            </a:endParaRPr>
          </a:p>
        </p:txBody>
      </p:sp>
      <p:cxnSp>
        <p:nvCxnSpPr>
          <p:cNvPr id="9" name="Straight Connector 8"/>
          <p:cNvCxnSpPr/>
          <p:nvPr userDrawn="1"/>
        </p:nvCxnSpPr>
        <p:spPr bwMode="white">
          <a:xfrm>
            <a:off x="618898" y="1206000"/>
            <a:ext cx="11576304" cy="0"/>
          </a:xfrm>
          <a:prstGeom prst="line">
            <a:avLst/>
          </a:prstGeom>
          <a:ln w="9525" cmpd="sng">
            <a:solidFill>
              <a:schemeClr val="accent4"/>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showMasterSp="0" userDrawn="1">
  <p:cSld name="Agenda D.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0" name="think-cell Slide" r:id="rId3" imgW="12700" imgH="12700" progId="TCLayout.ActiveDocument.1">
                  <p:embed/>
                </p:oleObj>
              </mc:Choice>
              <mc:Fallback>
                <p:oleObj name="think-cell Slide" r:id="rId3" imgW="12700" imgH="12700" progId="TCLayout.ActiveDocument.1">
                  <p:embed/>
                  <p:pic>
                    <p:nvPicPr>
                      <p:cNvPr id="0"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pic>
        <p:nvPicPr>
          <p:cNvPr id="23" name="Picture 22"/>
          <p:cNvPicPr>
            <a:picLocks noChangeAspect="1"/>
          </p:cNvPicPr>
          <p:nvPr userDrawn="1"/>
        </p:nvPicPr>
        <p:blipFill rotWithShape="1">
          <a:blip r:embed="rId5">
            <a:extLst>
              <a:ext uri="{28A0092B-C50C-407E-A947-70E740481C1C}">
                <a14:useLocalDpi xmlns:a14="http://schemas.microsoft.com/office/drawing/2010/main" val="0"/>
              </a:ext>
            </a:extLst>
          </a:blip>
          <a:srcRect l="29398" t="8741" r="101" b="27"/>
          <a:stretch>
            <a:fillRect/>
          </a:stretch>
        </p:blipFill>
        <p:spPr bwMode="ltGray">
          <a:xfrm flipH="1">
            <a:off x="3671068" y="0"/>
            <a:ext cx="416951" cy="6858000"/>
          </a:xfrm>
          <a:prstGeom prst="rect">
            <a:avLst/>
          </a:prstGeom>
        </p:spPr>
      </p:pic>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1" name="FooterSimple" hidden="1"/>
          <p:cNvSpPr txBox="1"/>
          <p:nvPr userDrawn="1">
            <p:custDataLst>
              <p:tags r:id="rId6"/>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10" name="TextBox 9"/>
          <p:cNvSpPr txBox="1"/>
          <p:nvPr userDrawn="1"/>
        </p:nvSpPr>
        <p:spPr>
          <a:xfrm>
            <a:off x="630000" y="3262145"/>
            <a:ext cx="1161047" cy="332399"/>
          </a:xfrm>
          <a:prstGeom prst="rect">
            <a:avLst/>
          </a:prstGeom>
          <a:noFill/>
        </p:spPr>
        <p:txBody>
          <a:bodyPr wrap="square" lIns="0" tIns="0" rIns="0" bIns="0" rtlCol="0" anchor="t">
            <a:spAutoFit/>
          </a:bodyPr>
          <a:lstStyle/>
          <a:p>
            <a:pPr>
              <a:lnSpc>
                <a:spcPct val="90000"/>
              </a:lnSpc>
              <a:spcAft>
                <a:spcPts val="600"/>
              </a:spcAft>
            </a:pPr>
            <a:r>
              <a:rPr lang="en-US" sz="2400" dirty="0">
                <a:solidFill>
                  <a:schemeClr val="bg1"/>
                </a:solidFill>
              </a:rPr>
              <a:t>Agenda</a:t>
            </a:r>
            <a:endParaRPr lang="en-US" sz="2400"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showMasterSp="0" userDrawn="1">
  <p:cSld name="Agenda 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0" name="think-cell Slide" r:id="rId3" imgW="12700" imgH="12700" progId="TCLayout.ActiveDocument.1">
                  <p:embed/>
                </p:oleObj>
              </mc:Choice>
              <mc:Fallback>
                <p:oleObj name="think-cell Slide" r:id="rId3" imgW="12700" imgH="12700" progId="TCLayout.ActiveDocument.1">
                  <p:embed/>
                  <p:pic>
                    <p:nvPicPr>
                      <p:cNvPr id="0"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Trebuchet MS" panose="020B0603020202020204" pitchFamily="34" charset="0"/>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Trebuchet MS" panose="020B0603020202020204" pitchFamily="34" charset="0"/>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dirty="0">
                <a:solidFill>
                  <a:schemeClr val="tx2"/>
                </a:solidFill>
                <a:latin typeface="Trebuchet MS" panose="020B0603020202020204" pitchFamily="34" charset="0"/>
                <a:sym typeface="Trebuchet MS" panose="020B0603020202020204" pitchFamily="34" charset="0"/>
              </a:rPr>
              <a:t>Table of contents</a:t>
            </a:r>
            <a:endParaRPr lang="en-US" sz="5400" dirty="0">
              <a:solidFill>
                <a:schemeClr val="tx2"/>
              </a:solidFill>
              <a:latin typeface="Trebuchet MS" panose="020B0603020202020204" pitchFamily="34" charset="0"/>
              <a:sym typeface="Trebuchet MS" panose="020B0603020202020204" pitchFamily="34" charset="0"/>
            </a:endParaRPr>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pic>
        <p:nvPicPr>
          <p:cNvPr id="9" name="Picture 8"/>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2" Type="http://schemas.openxmlformats.org/officeDocument/2006/relationships/theme" Target="../theme/theme1.xml"/><Relationship Id="rId71" Type="http://schemas.openxmlformats.org/officeDocument/2006/relationships/vmlDrawing" Target="../drawings/vmlDrawing18.vml"/><Relationship Id="rId70" Type="http://schemas.openxmlformats.org/officeDocument/2006/relationships/image" Target="../media/image9.emf"/><Relationship Id="rId7" Type="http://schemas.openxmlformats.org/officeDocument/2006/relationships/slideLayout" Target="../slideLayouts/slideLayout7.xml"/><Relationship Id="rId69" Type="http://schemas.openxmlformats.org/officeDocument/2006/relationships/oleObject" Target="../embeddings/oleObject18.bin"/><Relationship Id="rId68" Type="http://schemas.openxmlformats.org/officeDocument/2006/relationships/tags" Target="../tags/tag80.xml"/><Relationship Id="rId67" Type="http://schemas.openxmlformats.org/officeDocument/2006/relationships/slideLayout" Target="../slideLayouts/slideLayout67.xml"/><Relationship Id="rId66" Type="http://schemas.openxmlformats.org/officeDocument/2006/relationships/slideLayout" Target="../slideLayouts/slideLayout66.xml"/><Relationship Id="rId65" Type="http://schemas.openxmlformats.org/officeDocument/2006/relationships/slideLayout" Target="../slideLayouts/slideLayout65.xml"/><Relationship Id="rId64" Type="http://schemas.openxmlformats.org/officeDocument/2006/relationships/slideLayout" Target="../slideLayouts/slideLayout64.xml"/><Relationship Id="rId63" Type="http://schemas.openxmlformats.org/officeDocument/2006/relationships/slideLayout" Target="../slideLayouts/slideLayout63.xml"/><Relationship Id="rId62" Type="http://schemas.openxmlformats.org/officeDocument/2006/relationships/slideLayout" Target="../slideLayouts/slideLayout62.xml"/><Relationship Id="rId61" Type="http://schemas.openxmlformats.org/officeDocument/2006/relationships/slideLayout" Target="../slideLayouts/slideLayout61.xml"/><Relationship Id="rId60" Type="http://schemas.openxmlformats.org/officeDocument/2006/relationships/slideLayout" Target="../slideLayouts/slideLayout60.xml"/><Relationship Id="rId6" Type="http://schemas.openxmlformats.org/officeDocument/2006/relationships/slideLayout" Target="../slideLayouts/slideLayout6.xml"/><Relationship Id="rId59" Type="http://schemas.openxmlformats.org/officeDocument/2006/relationships/slideLayout" Target="../slideLayouts/slideLayout59.xml"/><Relationship Id="rId58" Type="http://schemas.openxmlformats.org/officeDocument/2006/relationships/slideLayout" Target="../slideLayouts/slideLayout58.xml"/><Relationship Id="rId57" Type="http://schemas.openxmlformats.org/officeDocument/2006/relationships/slideLayout" Target="../slideLayouts/slideLayout57.xml"/><Relationship Id="rId56" Type="http://schemas.openxmlformats.org/officeDocument/2006/relationships/slideLayout" Target="../slideLayouts/slideLayout56.xml"/><Relationship Id="rId55" Type="http://schemas.openxmlformats.org/officeDocument/2006/relationships/slideLayout" Target="../slideLayouts/slideLayout55.xml"/><Relationship Id="rId54" Type="http://schemas.openxmlformats.org/officeDocument/2006/relationships/slideLayout" Target="../slideLayouts/slideLayout54.xml"/><Relationship Id="rId53" Type="http://schemas.openxmlformats.org/officeDocument/2006/relationships/slideLayout" Target="../slideLayouts/slideLayout53.xml"/><Relationship Id="rId52" Type="http://schemas.openxmlformats.org/officeDocument/2006/relationships/slideLayout" Target="../slideLayouts/slideLayout52.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 Type="http://schemas.openxmlformats.org/officeDocument/2006/relationships/slideLayout" Target="../slideLayouts/slideLayout5.xml"/><Relationship Id="rId49" Type="http://schemas.openxmlformats.org/officeDocument/2006/relationships/slideLayout" Target="../slideLayouts/slideLayout4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0" Type="http://schemas.openxmlformats.org/officeDocument/2006/relationships/slideLayout" Target="../slideLayouts/slideLayout40.xml"/><Relationship Id="rId4" Type="http://schemas.openxmlformats.org/officeDocument/2006/relationships/slideLayout" Target="../slideLayouts/slideLayout4.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 Type="http://schemas.openxmlformats.org/officeDocument/2006/relationships/slideLayout" Target="../slideLayouts/slideLayout3.xml"/><Relationship Id="rId29" Type="http://schemas.openxmlformats.org/officeDocument/2006/relationships/slideLayout" Target="../slideLayouts/slideLayout29.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68"/>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0" name="think-cell Slide" r:id="rId69" imgW="12700" imgH="12700" progId="TCLayout.ActiveDocument.1">
                  <p:embed/>
                </p:oleObj>
              </mc:Choice>
              <mc:Fallback>
                <p:oleObj name="think-cell Slide" r:id="rId69" imgW="12700" imgH="12700" progId="TCLayout.ActiveDocument.1">
                  <p:embed/>
                  <p:pic>
                    <p:nvPicPr>
                      <p:cNvPr id="0" name="图片 -1"/>
                      <p:cNvPicPr/>
                      <p:nvPr/>
                    </p:nvPicPr>
                    <p:blipFill>
                      <a:blip r:embed="rId70"/>
                      <a:stretch>
                        <a:fillRect/>
                      </a:stretch>
                    </p:blipFill>
                    <p:spPr>
                      <a:xfrm>
                        <a:off x="1588" y="1588"/>
                        <a:ext cx="1587" cy="1587"/>
                      </a:xfrm>
                      <a:prstGeom prst="rect">
                        <a:avLst/>
                      </a:prstGeom>
                    </p:spPr>
                  </p:pic>
                </p:oleObj>
              </mc:Fallback>
            </mc:AlternateContent>
          </a:graphicData>
        </a:graphic>
      </p:graphicFrame>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9" name="Title Placeholder 1"/>
          <p:cNvSpPr>
            <a:spLocks noGrp="1"/>
          </p:cNvSpPr>
          <p:nvPr>
            <p:ph type="title"/>
          </p:nvPr>
        </p:nvSpPr>
        <p:spPr>
          <a:xfrm>
            <a:off x="630000" y="622800"/>
            <a:ext cx="10933350" cy="332399"/>
          </a:xfrm>
          <a:prstGeom prst="rect">
            <a:avLst/>
          </a:prstGeom>
        </p:spPr>
        <p:txBody>
          <a:bodyPr vert="horz" wrap="square" lIns="0" tIns="0" rIns="0" bIns="0" rtlCol="0" anchor="t">
            <a:spAutoFit/>
          </a:bodyPr>
          <a:lstStyle/>
          <a:p>
            <a:r>
              <a:rPr lang="en-US" dirty="0"/>
              <a:t>Click to add title</a:t>
            </a:r>
            <a:endParaRPr lang="en-US" dirty="0"/>
          </a:p>
        </p:txBody>
      </p:sp>
      <p:sp>
        <p:nvSpPr>
          <p:cNvPr id="4" name="Text Placeholder 3"/>
          <p:cNvSpPr>
            <a:spLocks noGrp="1"/>
          </p:cNvSpPr>
          <p:nvPr>
            <p:ph type="body" idx="1"/>
          </p:nvPr>
        </p:nvSpPr>
        <p:spPr>
          <a:xfrm>
            <a:off x="630000" y="1825625"/>
            <a:ext cx="10933350" cy="4351338"/>
          </a:xfrm>
          <a:prstGeom prst="rect">
            <a:avLst/>
          </a:prstGeom>
        </p:spPr>
        <p:txBody>
          <a:bodyPr vert="horz" lIns="0" tIns="0" rIns="0" bIns="0" rtlCol="0">
            <a:no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 id="2147483696" r:id="rId48"/>
    <p:sldLayoutId id="2147483697" r:id="rId49"/>
    <p:sldLayoutId id="2147483698" r:id="rId50"/>
    <p:sldLayoutId id="2147483699" r:id="rId51"/>
    <p:sldLayoutId id="2147483700" r:id="rId52"/>
    <p:sldLayoutId id="2147483701" r:id="rId53"/>
    <p:sldLayoutId id="2147483702" r:id="rId54"/>
    <p:sldLayoutId id="2147483703" r:id="rId55"/>
    <p:sldLayoutId id="2147483704" r:id="rId56"/>
    <p:sldLayoutId id="2147483705" r:id="rId57"/>
    <p:sldLayoutId id="2147483706" r:id="rId58"/>
    <p:sldLayoutId id="2147483707" r:id="rId59"/>
    <p:sldLayoutId id="2147483708" r:id="rId60"/>
    <p:sldLayoutId id="2147483709" r:id="rId61"/>
    <p:sldLayoutId id="2147483710" r:id="rId62"/>
    <p:sldLayoutId id="2147483711" r:id="rId63"/>
    <p:sldLayoutId id="2147483712" r:id="rId64"/>
    <p:sldLayoutId id="2147483713" r:id="rId65"/>
    <p:sldLayoutId id="2147483714" r:id="rId66"/>
    <p:sldLayoutId id="2147483715" r:id="rId67"/>
  </p:sldLayoutIdLst>
  <mc:AlternateContent xmlns:mc="http://schemas.openxmlformats.org/markup-compatibility/2006">
    <mc:Choice xmlns:p14="http://schemas.microsoft.com/office/powerpoint/2010/main" Requires="p14">
      <p:transition p14:dur="250">
        <p:fade/>
      </p:transition>
    </mc:Choice>
    <mc:Fallback>
      <p:transition>
        <p:fade/>
      </p:transition>
    </mc:Fallback>
  </mc:AlternateContent>
  <p:hf sldNum="0" hdr="0" ftr="0" dt="0"/>
  <p:txStyles>
    <p:titleStyle>
      <a:lvl1pPr algn="l" defTabSz="914400" rtl="0" eaLnBrk="1" latinLnBrk="0" hangingPunct="1">
        <a:lnSpc>
          <a:spcPct val="90000"/>
        </a:lnSpc>
        <a:spcBef>
          <a:spcPct val="0"/>
        </a:spcBef>
        <a:buNone/>
        <a:defRPr sz="2400" kern="1200">
          <a:solidFill>
            <a:schemeClr val="tx2"/>
          </a:solidFill>
          <a:latin typeface="+mj-lt"/>
          <a:ea typeface="+mj-ea"/>
          <a:cs typeface="+mj-cs"/>
          <a:sym typeface="Trebuchet MS" panose="020B0603020202020204" pitchFamily="34" charset="0"/>
        </a:defRPr>
      </a:lvl1pPr>
    </p:titleStyle>
    <p:body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80" indent="-17272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175" indent="-165735"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oleObject" Target="../embeddings/oleObject20.bin"/><Relationship Id="rId8" Type="http://schemas.openxmlformats.org/officeDocument/2006/relationships/tags" Target="../tags/tag83.xml"/><Relationship Id="rId7" Type="http://schemas.openxmlformats.org/officeDocument/2006/relationships/tags" Target="../tags/tag82.xml"/><Relationship Id="rId6" Type="http://schemas.openxmlformats.org/officeDocument/2006/relationships/image" Target="../media/image10.emf"/><Relationship Id="rId5" Type="http://schemas.openxmlformats.org/officeDocument/2006/relationships/oleObject" Target="../embeddings/oleObject19.bin"/><Relationship Id="rId4" Type="http://schemas.openxmlformats.org/officeDocument/2006/relationships/tags" Target="../tags/tag81.xml"/><Relationship Id="rId3" Type="http://schemas.openxmlformats.org/officeDocument/2006/relationships/chart" Target="../charts/chart3.xml"/><Relationship Id="rId2" Type="http://schemas.openxmlformats.org/officeDocument/2006/relationships/chart" Target="../charts/chart2.xml"/><Relationship Id="rId18" Type="http://schemas.openxmlformats.org/officeDocument/2006/relationships/vmlDrawing" Target="../drawings/vmlDrawing19.vml"/><Relationship Id="rId17" Type="http://schemas.openxmlformats.org/officeDocument/2006/relationships/slideLayout" Target="../slideLayouts/slideLayout2.xml"/><Relationship Id="rId16" Type="http://schemas.openxmlformats.org/officeDocument/2006/relationships/tags" Target="../tags/tag89.xml"/><Relationship Id="rId15" Type="http://schemas.openxmlformats.org/officeDocument/2006/relationships/tags" Target="../tags/tag88.xml"/><Relationship Id="rId14" Type="http://schemas.openxmlformats.org/officeDocument/2006/relationships/tags" Target="../tags/tag87.xml"/><Relationship Id="rId13" Type="http://schemas.openxmlformats.org/officeDocument/2006/relationships/tags" Target="../tags/tag86.xml"/><Relationship Id="rId12" Type="http://schemas.openxmlformats.org/officeDocument/2006/relationships/tags" Target="../tags/tag85.xml"/><Relationship Id="rId11" Type="http://schemas.openxmlformats.org/officeDocument/2006/relationships/tags" Target="../tags/tag84.xml"/><Relationship Id="rId10" Type="http://schemas.openxmlformats.org/officeDocument/2006/relationships/image" Target="../media/image11.emf"/><Relationship Id="rId1" Type="http://schemas.openxmlformats.org/officeDocument/2006/relationships/chart" Target="../charts/char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4"/>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0" name="think-cell Slide" r:id="rId5" imgW="12065" imgH="12065" progId="TCLayout.ActiveDocument.1">
                  <p:embed/>
                </p:oleObj>
              </mc:Choice>
              <mc:Fallback>
                <p:oleObj name="think-cell Slide" r:id="rId5" imgW="12065" imgH="12065" progId="TCLayout.ActiveDocument.1">
                  <p:embed/>
                  <p:pic>
                    <p:nvPicPr>
                      <p:cNvPr id="0" name="Object 3"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Title 2"/>
          <p:cNvSpPr>
            <a:spLocks noGrp="1"/>
          </p:cNvSpPr>
          <p:nvPr>
            <p:ph type="title"/>
          </p:nvPr>
        </p:nvSpPr>
        <p:spPr>
          <a:xfrm>
            <a:off x="630000" y="622800"/>
            <a:ext cx="10933200" cy="774065"/>
          </a:xfrm>
        </p:spPr>
        <p:txBody>
          <a:bodyPr anchor="t"/>
          <a:lstStyle/>
          <a:p>
            <a:r>
              <a:rPr lang="en-US" sz="2800" dirty="0"/>
              <a:t>To Maximize New Customer Growth,Prioritize Campaign A Paired with the Email Channal</a:t>
            </a:r>
            <a:endParaRPr lang="en-US" sz="2800" dirty="0"/>
          </a:p>
        </p:txBody>
      </p:sp>
      <p:sp>
        <p:nvSpPr>
          <p:cNvPr id="2" name="Rectangle 1"/>
          <p:cNvSpPr/>
          <p:nvPr/>
        </p:nvSpPr>
        <p:spPr>
          <a:xfrm>
            <a:off x="629920" y="4730115"/>
            <a:ext cx="10933430" cy="2042795"/>
          </a:xfrm>
          <a:prstGeom prst="rect">
            <a:avLst/>
          </a:prstGeom>
          <a:solidFill>
            <a:srgbClr val="FFFFFF"/>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noAutofit/>
          </a:bodyPr>
          <a:lstStyle/>
          <a:p>
            <a:r>
              <a:rPr lang="en-US" sz="1600" b="1" dirty="0">
                <a:solidFill>
                  <a:srgbClr val="000000"/>
                </a:solidFill>
              </a:rPr>
              <a:t>Recommendation:We highly recommend that NewCo reallocate marketing budget to double down on Campaign A via the Email Channal.</a:t>
            </a:r>
            <a:endParaRPr lang="en-US" sz="1600" b="1" dirty="0">
              <a:solidFill>
                <a:srgbClr val="000000"/>
              </a:solidFill>
            </a:endParaRPr>
          </a:p>
          <a:p>
            <a:r>
              <a:rPr lang="en-US" sz="1600" dirty="0">
                <a:solidFill>
                  <a:srgbClr val="000000"/>
                </a:solidFill>
              </a:rPr>
              <a:t>While campaign B drives highest overall sales,our analysis reveals a critical shift when isolating new customers:Campaign A + Email generates the highest sales($2124.47) among new buyers.Furthermore Email is the dominant channal among new buyers,accounting for over 60%($3506.85).</a:t>
            </a:r>
            <a:endParaRPr lang="en-US" sz="1600" dirty="0">
              <a:solidFill>
                <a:srgbClr val="000000"/>
              </a:solidFill>
            </a:endParaRPr>
          </a:p>
          <a:p>
            <a:r>
              <a:rPr lang="en-US" sz="1600" b="1" dirty="0">
                <a:solidFill>
                  <a:srgbClr val="000000"/>
                </a:solidFill>
              </a:rPr>
              <a:t>By shifting investment away from underperforming channals like Web Banner and mainly focusing on Campaign A’s messaging through Email,NewCo can maximize ROI and effectively accelerate new customer acquisition next quarter</a:t>
            </a:r>
            <a:endParaRPr lang="en-US" sz="1600" b="1" dirty="0">
              <a:solidFill>
                <a:srgbClr val="000000"/>
              </a:solidFill>
            </a:endParaRPr>
          </a:p>
        </p:txBody>
      </p:sp>
      <p:sp>
        <p:nvSpPr>
          <p:cNvPr id="8" name="Rectangle 7"/>
          <p:cNvSpPr/>
          <p:nvPr>
            <p:custDataLst>
              <p:tags r:id="rId7"/>
            </p:custDataLst>
          </p:nvPr>
        </p:nvSpPr>
        <p:spPr>
          <a:xfrm>
            <a:off x="838228" y="1600089"/>
            <a:ext cx="2328814" cy="460375"/>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2C2C2C"/>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spAutoFit/>
          </a:bodyPr>
          <a:lstStyle/>
          <a:p>
            <a:pPr algn="ctr"/>
            <a:r>
              <a:rPr lang="en-US" sz="1200" b="1" dirty="0">
                <a:solidFill>
                  <a:srgbClr val="21BF61"/>
                </a:solidFill>
              </a:rPr>
              <a:t>Email Drives Highest New Customer Sales</a:t>
            </a:r>
            <a:endParaRPr lang="en-US" sz="1200" b="1" dirty="0">
              <a:solidFill>
                <a:srgbClr val="21BF61"/>
              </a:solidFill>
            </a:endParaRPr>
          </a:p>
        </p:txBody>
      </p:sp>
      <p:graphicFrame>
        <p:nvGraphicFramePr>
          <p:cNvPr id="17" name="Object 16" hidden="1"/>
          <p:cNvGraphicFramePr>
            <a:graphicFrameLocks noChangeAspect="1"/>
          </p:cNvGraphicFramePr>
          <p:nvPr>
            <p:custDataLst>
              <p:tags r:id="rId8"/>
            </p:custDataLst>
          </p:nvPr>
        </p:nvGraphicFramePr>
        <p:xfrm>
          <a:off x="153988" y="153988"/>
          <a:ext cx="1587" cy="1587"/>
        </p:xfrm>
        <a:graphic>
          <a:graphicData uri="http://schemas.openxmlformats.org/presentationml/2006/ole">
            <mc:AlternateContent xmlns:mc="http://schemas.openxmlformats.org/markup-compatibility/2006">
              <mc:Choice xmlns:v="urn:schemas-microsoft-com:vml" Requires="v">
                <p:oleObj spid="_x0000_s0" name="think-cell Slide" r:id="rId9" imgW="12700" imgH="12700" progId="TCLayout.ActiveDocument.1">
                  <p:embed/>
                </p:oleObj>
              </mc:Choice>
              <mc:Fallback>
                <p:oleObj name="think-cell Slide" r:id="rId9" imgW="12700" imgH="12700" progId="TCLayout.ActiveDocument.1">
                  <p:embed/>
                  <p:pic>
                    <p:nvPicPr>
                      <p:cNvPr id="0" name="Object 16" hidden="1"/>
                      <p:cNvPicPr/>
                      <p:nvPr/>
                    </p:nvPicPr>
                    <p:blipFill>
                      <a:blip r:embed="rId10"/>
                      <a:stretch>
                        <a:fillRect/>
                      </a:stretch>
                    </p:blipFill>
                    <p:spPr>
                      <a:xfrm>
                        <a:off x="153988" y="153988"/>
                        <a:ext cx="1587" cy="1587"/>
                      </a:xfrm>
                      <a:prstGeom prst="rect">
                        <a:avLst/>
                      </a:prstGeom>
                    </p:spPr>
                  </p:pic>
                </p:oleObj>
              </mc:Fallback>
            </mc:AlternateContent>
          </a:graphicData>
        </a:graphic>
      </p:graphicFrame>
      <p:sp>
        <p:nvSpPr>
          <p:cNvPr id="18" name="Rectangle 17" hidden="1"/>
          <p:cNvSpPr/>
          <p:nvPr>
            <p:custDataLst>
              <p:tags r:id="rId11"/>
            </p:custDataLst>
          </p:nvPr>
        </p:nvSpPr>
        <p:spPr bwMode="gray">
          <a:xfrm>
            <a:off x="152400" y="15240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noAutofit/>
          </a:bodyPr>
          <a:lstStyle/>
          <a:p>
            <a:pPr algn="ctr">
              <a:spcBef>
                <a:spcPct val="0"/>
              </a:spcBef>
              <a:spcAft>
                <a:spcPct val="0"/>
              </a:spcAft>
            </a:pPr>
            <a:endParaRPr lang="en-US" sz="1600">
              <a:solidFill>
                <a:srgbClr val="FFFFFF"/>
              </a:solidFill>
              <a:latin typeface="Trebuchet MS" panose="020B0603020202020204" pitchFamily="34" charset="0"/>
              <a:sym typeface="Trebuchet MS" panose="020B0603020202020204" pitchFamily="34" charset="0"/>
            </a:endParaRPr>
          </a:p>
        </p:txBody>
      </p:sp>
      <p:sp>
        <p:nvSpPr>
          <p:cNvPr id="50" name="Rectangle 49"/>
          <p:cNvSpPr/>
          <p:nvPr>
            <p:custDataLst>
              <p:tags r:id="rId12"/>
            </p:custDataLst>
          </p:nvPr>
        </p:nvSpPr>
        <p:spPr>
          <a:xfrm>
            <a:off x="695959" y="2124979"/>
            <a:ext cx="2765417" cy="2541209"/>
          </a:xfrm>
          <a:prstGeom prst="rect">
            <a:avLst/>
          </a:prstGeom>
          <a:solidFill>
            <a:srgbClr val="FFFFFF"/>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noAutofit/>
          </a:bodyPr>
          <a:lstStyle/>
          <a:p>
            <a:endParaRPr lang="en-US" sz="1200" dirty="0">
              <a:solidFill>
                <a:srgbClr val="000000"/>
              </a:solidFill>
            </a:endParaRPr>
          </a:p>
        </p:txBody>
      </p:sp>
      <p:sp>
        <p:nvSpPr>
          <p:cNvPr id="51" name="Rectangle 50"/>
          <p:cNvSpPr/>
          <p:nvPr>
            <p:custDataLst>
              <p:tags r:id="rId13"/>
            </p:custDataLst>
          </p:nvPr>
        </p:nvSpPr>
        <p:spPr>
          <a:xfrm>
            <a:off x="4152757" y="2163569"/>
            <a:ext cx="2765417" cy="2541209"/>
          </a:xfrm>
          <a:prstGeom prst="rect">
            <a:avLst/>
          </a:prstGeom>
          <a:solidFill>
            <a:srgbClr val="FFFFFF"/>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noAutofit/>
          </a:bodyPr>
          <a:lstStyle/>
          <a:p>
            <a:endParaRPr lang="en-US" sz="1200" dirty="0">
              <a:solidFill>
                <a:srgbClr val="000000"/>
              </a:solidFill>
            </a:endParaRPr>
          </a:p>
        </p:txBody>
      </p:sp>
      <p:sp>
        <p:nvSpPr>
          <p:cNvPr id="52" name="Rectangle 51"/>
          <p:cNvSpPr/>
          <p:nvPr>
            <p:custDataLst>
              <p:tags r:id="rId14"/>
            </p:custDataLst>
          </p:nvPr>
        </p:nvSpPr>
        <p:spPr>
          <a:xfrm>
            <a:off x="7476125" y="2155067"/>
            <a:ext cx="2765417" cy="2541209"/>
          </a:xfrm>
          <a:prstGeom prst="rect">
            <a:avLst/>
          </a:prstGeom>
          <a:solidFill>
            <a:srgbClr val="FFFFFF"/>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noAutofit/>
          </a:bodyPr>
          <a:lstStyle/>
          <a:p>
            <a:endParaRPr lang="en-US" sz="1200" dirty="0">
              <a:solidFill>
                <a:srgbClr val="000000"/>
              </a:solidFill>
            </a:endParaRPr>
          </a:p>
        </p:txBody>
      </p:sp>
      <p:sp>
        <p:nvSpPr>
          <p:cNvPr id="53" name="Rectangle 52"/>
          <p:cNvSpPr/>
          <p:nvPr>
            <p:custDataLst>
              <p:tags r:id="rId15"/>
            </p:custDataLst>
          </p:nvPr>
        </p:nvSpPr>
        <p:spPr>
          <a:xfrm>
            <a:off x="4306799" y="1719502"/>
            <a:ext cx="2328814" cy="275590"/>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2C2C2C"/>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spAutoFit/>
          </a:bodyPr>
          <a:lstStyle/>
          <a:p>
            <a:pPr algn="ctr"/>
            <a:r>
              <a:rPr lang="en-US" sz="1200" b="1" dirty="0">
                <a:solidFill>
                  <a:srgbClr val="21BF61"/>
                </a:solidFill>
              </a:rPr>
              <a:t>Overview</a:t>
            </a:r>
            <a:endParaRPr lang="en-US" sz="1200" b="1" dirty="0">
              <a:solidFill>
                <a:srgbClr val="21BF61"/>
              </a:solidFill>
            </a:endParaRPr>
          </a:p>
        </p:txBody>
      </p:sp>
      <p:sp>
        <p:nvSpPr>
          <p:cNvPr id="54" name="Rectangle 53"/>
          <p:cNvSpPr/>
          <p:nvPr>
            <p:custDataLst>
              <p:tags r:id="rId16"/>
            </p:custDataLst>
          </p:nvPr>
        </p:nvSpPr>
        <p:spPr>
          <a:xfrm>
            <a:off x="7622972" y="1664142"/>
            <a:ext cx="2328814" cy="460375"/>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2C2C2C"/>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spAutoFit/>
          </a:bodyPr>
          <a:lstStyle/>
          <a:p>
            <a:pPr algn="ctr"/>
            <a:r>
              <a:rPr lang="en-US" sz="1200" b="1" dirty="0">
                <a:solidFill>
                  <a:srgbClr val="21BF61"/>
                </a:solidFill>
              </a:rPr>
              <a:t>What Drives Highest New Customer Sales</a:t>
            </a:r>
            <a:endParaRPr lang="en-US" sz="1200" b="1" dirty="0">
              <a:solidFill>
                <a:srgbClr val="21BF61"/>
              </a:solidFill>
            </a:endParaRPr>
          </a:p>
        </p:txBody>
      </p:sp>
      <p:sp>
        <p:nvSpPr>
          <p:cNvPr id="5" name="Rectangle 4"/>
          <p:cNvSpPr/>
          <p:nvPr/>
        </p:nvSpPr>
        <p:spPr>
          <a:xfrm>
            <a:off x="11804073" y="3685308"/>
            <a:ext cx="290946" cy="2951018"/>
          </a:xfrm>
          <a:prstGeom prst="rect">
            <a:avLst/>
          </a:prstGeom>
          <a:solidFill>
            <a:schemeClr val="bg2"/>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sz="1200" dirty="0">
              <a:solidFill>
                <a:srgbClr val="FFFFFF"/>
              </a:solidFill>
            </a:endParaRPr>
          </a:p>
        </p:txBody>
      </p:sp>
      <p:sp>
        <p:nvSpPr>
          <p:cNvPr id="6" name="Rectangle 5"/>
          <p:cNvSpPr/>
          <p:nvPr/>
        </p:nvSpPr>
        <p:spPr>
          <a:xfrm>
            <a:off x="11429699" y="6425644"/>
            <a:ext cx="159327" cy="238839"/>
          </a:xfrm>
          <a:prstGeom prst="rect">
            <a:avLst/>
          </a:prstGeom>
          <a:solidFill>
            <a:schemeClr val="bg2"/>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sz="1200" dirty="0">
              <a:solidFill>
                <a:srgbClr val="FFFFFF"/>
              </a:solidFill>
            </a:endParaRPr>
          </a:p>
        </p:txBody>
      </p:sp>
      <p:graphicFrame>
        <p:nvGraphicFramePr>
          <p:cNvPr id="7" name="图表 6" descr="7b0a202020202263686172745265734964223a202234363130333534220a7d0a"/>
          <p:cNvGraphicFramePr/>
          <p:nvPr/>
        </p:nvGraphicFramePr>
        <p:xfrm>
          <a:off x="7475855" y="2124710"/>
          <a:ext cx="3857625" cy="2542540"/>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10" name="图表 9" descr="7b0a202020202263686172745265734964223a202234363130333534220a7d0a"/>
          <p:cNvGraphicFramePr/>
          <p:nvPr/>
        </p:nvGraphicFramePr>
        <p:xfrm>
          <a:off x="3574415" y="2124710"/>
          <a:ext cx="3795395" cy="258064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1" name="图表 10" descr="7b0a202020202263686172745265734964223a20223230343732313936220a7d0a"/>
          <p:cNvGraphicFramePr/>
          <p:nvPr/>
        </p:nvGraphicFramePr>
        <p:xfrm>
          <a:off x="200660" y="2060575"/>
          <a:ext cx="3267710" cy="2644775"/>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tags/tag1.xml><?xml version="1.0" encoding="utf-8"?>
<p:tagLst xmlns:p="http://schemas.openxmlformats.org/presentationml/2006/main">
  <p:tag name="THINKCELLSHAPEDONOTDELETE" val="thinkcellActiveDocDoNotDelete"/>
</p:tagLst>
</file>

<file path=ppt/tags/tag2.xml><?xml version="1.0" encoding="utf-8"?>
<p:tagLst xmlns:p="http://schemas.openxmlformats.org/presentationml/2006/main">
  <p:tag name="THINKCELLSHAPEDONOTDELETE" val="tX5AiJlc1SjikgjnNs387ng"/>
</p:tagLst>
</file>

<file path=ppt/tags/tag3.xml><?xml version="1.0" encoding="utf-8"?>
<p:tagLst xmlns:p="http://schemas.openxmlformats.org/presentationml/2006/main">
  <p:tag name="EE4P_MASTERWIZARD" val="TitleAndEndImages"/>
</p:tagLst>
</file>

<file path=ppt/tags/tag4.xml><?xml version="1.0" encoding="utf-8"?>
<p:tagLst xmlns:p="http://schemas.openxmlformats.org/presentationml/2006/main">
  <p:tag name="EE4P_MASTERWIZARD" val="TitleAndEndLogos"/>
</p:tagLst>
</file>

<file path=ppt/tags/tag5.xml><?xml version="1.0" encoding="utf-8"?>
<p:tagLst xmlns:p="http://schemas.openxmlformats.org/presentationml/2006/main">
  <p:tag name="EE4P_INTELLIGENT_ELEMENT" val="{Name}"/>
</p:tagLst>
</file>

<file path=ppt/tags/tag6.xml><?xml version="1.0" encoding="utf-8"?>
<p:tagLst xmlns:p="http://schemas.openxmlformats.org/presentationml/2006/main">
  <p:tag name="EE4P_INTELLIGENT_ELEMENT" val="{Name}"/>
</p:tagLst>
</file>

<file path=ppt/tags/tag7.xml><?xml version="1.0" encoding="utf-8"?>
<p:tagLst xmlns:p="http://schemas.openxmlformats.org/presentationml/2006/main">
  <p:tag name="EE4P_INTELLIGENT_ELEMENT" val="{Name}"/>
</p:tagLst>
</file>

<file path=ppt/tags/tag8.xml><?xml version="1.0" encoding="utf-8"?>
<p:tagLst xmlns:p="http://schemas.openxmlformats.org/presentationml/2006/main">
  <p:tag name="EE4P_INTELLIGENT_ELEMENT" val="{Name}"/>
</p:tagLst>
</file>

<file path=ppt/tags/tag9.xml><?xml version="1.0" encoding="utf-8"?>
<p:tagLst xmlns:p="http://schemas.openxmlformats.org/presentationml/2006/main">
  <p:tag name="EE4P_INTELLIGENT_ELEMENT" val="{Name}"/>
</p:tagLst>
</file>

<file path=ppt/tags/tag10.xml><?xml version="1.0" encoding="utf-8"?>
<p:tagLst xmlns:p="http://schemas.openxmlformats.org/presentationml/2006/main">
  <p:tag name="EE4P_INTELLIGENT_ELEMENT" val="{Name}"/>
</p:tagLst>
</file>

<file path=ppt/tags/tag11.xml><?xml version="1.0" encoding="utf-8"?>
<p:tagLst xmlns:p="http://schemas.openxmlformats.org/presentationml/2006/main">
  <p:tag name="EE4P_INTELLIGENT_ELEMENT" val="{Name}"/>
</p:tagLst>
</file>

<file path=ppt/tags/tag12.xml><?xml version="1.0" encoding="utf-8"?>
<p:tagLst xmlns:p="http://schemas.openxmlformats.org/presentationml/2006/main">
  <p:tag name="EE4P_INTELLIGENT_ELEMENT" val="{Name}"/>
</p:tagLst>
</file>

<file path=ppt/tags/tag13.xml><?xml version="1.0" encoding="utf-8"?>
<p:tagLst xmlns:p="http://schemas.openxmlformats.org/presentationml/2006/main">
  <p:tag name="EE4P_INTELLIGENT_ELEMENT" val="{Name}"/>
</p:tagLst>
</file>

<file path=ppt/tags/tag14.xml><?xml version="1.0" encoding="utf-8"?>
<p:tagLst xmlns:p="http://schemas.openxmlformats.org/presentationml/2006/main">
  <p:tag name="EE4P_INTELLIGENT_ELEMENT" val="{Name}"/>
</p:tagLst>
</file>

<file path=ppt/tags/tag15.xml><?xml version="1.0" encoding="utf-8"?>
<p:tagLst xmlns:p="http://schemas.openxmlformats.org/presentationml/2006/main">
  <p:tag name="THINKCELLSHAPEDONOTDELETE" val="thinkcellActiveDocDoNotDelete"/>
</p:tagLst>
</file>

<file path=ppt/tags/tag16.xml><?xml version="1.0" encoding="utf-8"?>
<p:tagLst xmlns:p="http://schemas.openxmlformats.org/presentationml/2006/main">
  <p:tag name="EE4P_INTELLIGENT_ELEMENT" val="{Name}"/>
</p:tagLst>
</file>

<file path=ppt/tags/tag17.xml><?xml version="1.0" encoding="utf-8"?>
<p:tagLst xmlns:p="http://schemas.openxmlformats.org/presentationml/2006/main">
  <p:tag name="EE4P_INTELLIGENT_ELEMENT" val="{Name}"/>
</p:tagLst>
</file>

<file path=ppt/tags/tag18.xml><?xml version="1.0" encoding="utf-8"?>
<p:tagLst xmlns:p="http://schemas.openxmlformats.org/presentationml/2006/main">
  <p:tag name="EE4P_INTELLIGENT_ELEMENT" val="{Name}"/>
</p:tagLst>
</file>

<file path=ppt/tags/tag19.xml><?xml version="1.0" encoding="utf-8"?>
<p:tagLst xmlns:p="http://schemas.openxmlformats.org/presentationml/2006/main">
  <p:tag name="EE4P_INTELLIGENT_ELEMENT" val="{Name}"/>
</p:tagLst>
</file>

<file path=ppt/tags/tag20.xml><?xml version="1.0" encoding="utf-8"?>
<p:tagLst xmlns:p="http://schemas.openxmlformats.org/presentationml/2006/main">
  <p:tag name="EE4P_INTELLIGENT_ELEMENT" val="{Name}"/>
</p:tagLst>
</file>

<file path=ppt/tags/tag21.xml><?xml version="1.0" encoding="utf-8"?>
<p:tagLst xmlns:p="http://schemas.openxmlformats.org/presentationml/2006/main">
  <p:tag name="EE4P_INTELLIGENT_ELEMENT" val="{Name}"/>
</p:tagLst>
</file>

<file path=ppt/tags/tag22.xml><?xml version="1.0" encoding="utf-8"?>
<p:tagLst xmlns:p="http://schemas.openxmlformats.org/presentationml/2006/main">
  <p:tag name="EE4P_INTELLIGENT_ELEMENT" val="{Name}"/>
</p:tagLst>
</file>

<file path=ppt/tags/tag23.xml><?xml version="1.0" encoding="utf-8"?>
<p:tagLst xmlns:p="http://schemas.openxmlformats.org/presentationml/2006/main">
  <p:tag name="EE4P_INTELLIGENT_ELEMENT" val="{Name}"/>
</p:tagLst>
</file>

<file path=ppt/tags/tag24.xml><?xml version="1.0" encoding="utf-8"?>
<p:tagLst xmlns:p="http://schemas.openxmlformats.org/presentationml/2006/main">
  <p:tag name="THINKCELLSHAPEDONOTDELETE" val="thinkcellActiveDocDoNotDelete"/>
</p:tagLst>
</file>

<file path=ppt/tags/tag25.xml><?xml version="1.0" encoding="utf-8"?>
<p:tagLst xmlns:p="http://schemas.openxmlformats.org/presentationml/2006/main">
  <p:tag name="EE4P_INTELLIGENT_ELEMENT" val="{Name}"/>
</p:tagLst>
</file>

<file path=ppt/tags/tag26.xml><?xml version="1.0" encoding="utf-8"?>
<p:tagLst xmlns:p="http://schemas.openxmlformats.org/presentationml/2006/main">
  <p:tag name="EE4P_INTELLIGENT_ELEMENT" val="{Name}"/>
</p:tagLst>
</file>

<file path=ppt/tags/tag27.xml><?xml version="1.0" encoding="utf-8"?>
<p:tagLst xmlns:p="http://schemas.openxmlformats.org/presentationml/2006/main">
  <p:tag name="EE4P_INTELLIGENT_ELEMENT" val="{Name}"/>
</p:tagLst>
</file>

<file path=ppt/tags/tag28.xml><?xml version="1.0" encoding="utf-8"?>
<p:tagLst xmlns:p="http://schemas.openxmlformats.org/presentationml/2006/main">
  <p:tag name="EE4P_INTELLIGENT_ELEMENT" val="{Name}"/>
</p:tagLst>
</file>

<file path=ppt/tags/tag29.xml><?xml version="1.0" encoding="utf-8"?>
<p:tagLst xmlns:p="http://schemas.openxmlformats.org/presentationml/2006/main">
  <p:tag name="THINKCELLSHAPEDONOTDELETE" val="thinkcellActiveDocDoNotDelete"/>
</p:tagLst>
</file>

<file path=ppt/tags/tag30.xml><?xml version="1.0" encoding="utf-8"?>
<p:tagLst xmlns:p="http://schemas.openxmlformats.org/presentationml/2006/main">
  <p:tag name="EE4P_MASTERWIZARD" val="TitleAndEndImages"/>
</p:tagLst>
</file>

<file path=ppt/tags/tag31.xml><?xml version="1.0" encoding="utf-8"?>
<p:tagLst xmlns:p="http://schemas.openxmlformats.org/presentationml/2006/main">
  <p:tag name="EE4P_MASTERWIZARD" val="TitleAndEndLogos"/>
</p:tagLst>
</file>

<file path=ppt/tags/tag32.xml><?xml version="1.0" encoding="utf-8"?>
<p:tagLst xmlns:p="http://schemas.openxmlformats.org/presentationml/2006/main">
  <p:tag name="EE4P_INTELLIGENT_ELEMENT" val="{Name}"/>
</p:tagLst>
</file>

<file path=ppt/tags/tag33.xml><?xml version="1.0" encoding="utf-8"?>
<p:tagLst xmlns:p="http://schemas.openxmlformats.org/presentationml/2006/main">
  <p:tag name="THINKCELLSHAPEDONOTDELETE" val="thinkcellActiveDocDoNotDelete"/>
</p:tagLst>
</file>

<file path=ppt/tags/tag34.xml><?xml version="1.0" encoding="utf-8"?>
<p:tagLst xmlns:p="http://schemas.openxmlformats.org/presentationml/2006/main">
  <p:tag name="THINKCELLSHAPEDONOTDELETE" val="tk0gDn1l7TlyrFhv1Bb7CDw"/>
</p:tagLst>
</file>

<file path=ppt/tags/tag35.xml><?xml version="1.0" encoding="utf-8"?>
<p:tagLst xmlns:p="http://schemas.openxmlformats.org/presentationml/2006/main">
  <p:tag name="EE4P_MASTERWIZARD" val="TitleAndEndImages"/>
</p:tagLst>
</file>

<file path=ppt/tags/tag36.xml><?xml version="1.0" encoding="utf-8"?>
<p:tagLst xmlns:p="http://schemas.openxmlformats.org/presentationml/2006/main">
  <p:tag name="EE4P_MASTERWIZARD" val="TitleAndEndLogos"/>
</p:tagLst>
</file>

<file path=ppt/tags/tag37.xml><?xml version="1.0" encoding="utf-8"?>
<p:tagLst xmlns:p="http://schemas.openxmlformats.org/presentationml/2006/main">
  <p:tag name="EE4P_INTELLIGENT_ELEMENT" val="{Name}"/>
</p:tagLst>
</file>

<file path=ppt/tags/tag38.xml><?xml version="1.0" encoding="utf-8"?>
<p:tagLst xmlns:p="http://schemas.openxmlformats.org/presentationml/2006/main">
  <p:tag name="EE4P_INTELLIGENT_ELEMENT" val="{Name}"/>
</p:tagLst>
</file>

<file path=ppt/tags/tag39.xml><?xml version="1.0" encoding="utf-8"?>
<p:tagLst xmlns:p="http://schemas.openxmlformats.org/presentationml/2006/main">
  <p:tag name="EE4P_INTELLIGENT_ELEMENT" val="{Name}"/>
</p:tagLst>
</file>

<file path=ppt/tags/tag40.xml><?xml version="1.0" encoding="utf-8"?>
<p:tagLst xmlns:p="http://schemas.openxmlformats.org/presentationml/2006/main">
  <p:tag name="EE4P_INTELLIGENT_ELEMENT" val="{Name}"/>
</p:tagLst>
</file>

<file path=ppt/tags/tag41.xml><?xml version="1.0" encoding="utf-8"?>
<p:tagLst xmlns:p="http://schemas.openxmlformats.org/presentationml/2006/main">
  <p:tag name="EE4P_INTELLIGENT_ELEMENT" val="{Name}"/>
</p:tagLst>
</file>

<file path=ppt/tags/tag42.xml><?xml version="1.0" encoding="utf-8"?>
<p:tagLst xmlns:p="http://schemas.openxmlformats.org/presentationml/2006/main">
  <p:tag name="EE4P_INTELLIGENT_ELEMENT" val="{Name}"/>
</p:tagLst>
</file>

<file path=ppt/tags/tag43.xml><?xml version="1.0" encoding="utf-8"?>
<p:tagLst xmlns:p="http://schemas.openxmlformats.org/presentationml/2006/main">
  <p:tag name="EE4P_INTELLIGENT_ELEMENT" val="{Name}"/>
</p:tagLst>
</file>

<file path=ppt/tags/tag44.xml><?xml version="1.0" encoding="utf-8"?>
<p:tagLst xmlns:p="http://schemas.openxmlformats.org/presentationml/2006/main">
  <p:tag name="EE4P_INTELLIGENT_ELEMENT" val="{Name}"/>
</p:tagLst>
</file>

<file path=ppt/tags/tag45.xml><?xml version="1.0" encoding="utf-8"?>
<p:tagLst xmlns:p="http://schemas.openxmlformats.org/presentationml/2006/main">
  <p:tag name="EE4P_INTELLIGENT_ELEMENT" val="{Name}"/>
</p:tagLst>
</file>

<file path=ppt/tags/tag46.xml><?xml version="1.0" encoding="utf-8"?>
<p:tagLst xmlns:p="http://schemas.openxmlformats.org/presentationml/2006/main">
  <p:tag name="THINKCELLSHAPEDONOTDELETE" val="thinkcellActiveDocDoNotDelete"/>
</p:tagLst>
</file>

<file path=ppt/tags/tag47.xml><?xml version="1.0" encoding="utf-8"?>
<p:tagLst xmlns:p="http://schemas.openxmlformats.org/presentationml/2006/main">
  <p:tag name="EE4P_INTELLIGENT_ELEMENT" val="{Name}"/>
</p:tagLst>
</file>

<file path=ppt/tags/tag48.xml><?xml version="1.0" encoding="utf-8"?>
<p:tagLst xmlns:p="http://schemas.openxmlformats.org/presentationml/2006/main">
  <p:tag name="EE4P_INTELLIGENT_ELEMENT" val="{Name}"/>
</p:tagLst>
</file>

<file path=ppt/tags/tag49.xml><?xml version="1.0" encoding="utf-8"?>
<p:tagLst xmlns:p="http://schemas.openxmlformats.org/presentationml/2006/main">
  <p:tag name="EE4P_INTELLIGENT_ELEMENT" val="{Name}"/>
</p:tagLst>
</file>

<file path=ppt/tags/tag50.xml><?xml version="1.0" encoding="utf-8"?>
<p:tagLst xmlns:p="http://schemas.openxmlformats.org/presentationml/2006/main">
  <p:tag name="EE4P_INTELLIGENT_ELEMENT" val="{Name}"/>
</p:tagLst>
</file>

<file path=ppt/tags/tag51.xml><?xml version="1.0" encoding="utf-8"?>
<p:tagLst xmlns:p="http://schemas.openxmlformats.org/presentationml/2006/main">
  <p:tag name="EE4P_INTELLIGENT_ELEMENT" val="{Name}"/>
</p:tagLst>
</file>

<file path=ppt/tags/tag52.xml><?xml version="1.0" encoding="utf-8"?>
<p:tagLst xmlns:p="http://schemas.openxmlformats.org/presentationml/2006/main">
  <p:tag name="EE4P_INTELLIGENT_ELEMENT" val="{Name}"/>
</p:tagLst>
</file>

<file path=ppt/tags/tag53.xml><?xml version="1.0" encoding="utf-8"?>
<p:tagLst xmlns:p="http://schemas.openxmlformats.org/presentationml/2006/main">
  <p:tag name="EE4P_INTELLIGENT_ELEMENT" val="{Name}"/>
</p:tagLst>
</file>

<file path=ppt/tags/tag54.xml><?xml version="1.0" encoding="utf-8"?>
<p:tagLst xmlns:p="http://schemas.openxmlformats.org/presentationml/2006/main">
  <p:tag name="EE4P_INTELLIGENT_ELEMENT" val="{Name}"/>
</p:tagLst>
</file>

<file path=ppt/tags/tag55.xml><?xml version="1.0" encoding="utf-8"?>
<p:tagLst xmlns:p="http://schemas.openxmlformats.org/presentationml/2006/main">
  <p:tag name="EE4P_INTELLIGENT_ELEMENT" val="{Name}"/>
</p:tagLst>
</file>

<file path=ppt/tags/tag56.xml><?xml version="1.0" encoding="utf-8"?>
<p:tagLst xmlns:p="http://schemas.openxmlformats.org/presentationml/2006/main">
  <p:tag name="EE4P_INTELLIGENT_ELEMENT" val="{Name}"/>
</p:tagLst>
</file>

<file path=ppt/tags/tag57.xml><?xml version="1.0" encoding="utf-8"?>
<p:tagLst xmlns:p="http://schemas.openxmlformats.org/presentationml/2006/main">
  <p:tag name="THINKCELLSHAPEDONOTDELETE" val="thinkcellActiveDocDoNotDelete"/>
</p:tagLst>
</file>

<file path=ppt/tags/tag58.xml><?xml version="1.0" encoding="utf-8"?>
<p:tagLst xmlns:p="http://schemas.openxmlformats.org/presentationml/2006/main">
  <p:tag name="EE4P_INTELLIGENT_ELEMENT" val="{Name}"/>
</p:tagLst>
</file>

<file path=ppt/tags/tag59.xml><?xml version="1.0" encoding="utf-8"?>
<p:tagLst xmlns:p="http://schemas.openxmlformats.org/presentationml/2006/main">
  <p:tag name="EE4P_INTELLIGENT_ELEMENT" val="{Name}"/>
</p:tagLst>
</file>

<file path=ppt/tags/tag60.xml><?xml version="1.0" encoding="utf-8"?>
<p:tagLst xmlns:p="http://schemas.openxmlformats.org/presentationml/2006/main">
  <p:tag name="EE4P_INTELLIGENT_ELEMENT" val="{Name}"/>
</p:tagLst>
</file>

<file path=ppt/tags/tag61.xml><?xml version="1.0" encoding="utf-8"?>
<p:tagLst xmlns:p="http://schemas.openxmlformats.org/presentationml/2006/main">
  <p:tag name="EE4P_INTELLIGENT_ELEMENT" val="{Name}"/>
</p:tagLst>
</file>

<file path=ppt/tags/tag62.xml><?xml version="1.0" encoding="utf-8"?>
<p:tagLst xmlns:p="http://schemas.openxmlformats.org/presentationml/2006/main">
  <p:tag name="EE4P_INTELLIGENT_ELEMENT" val="{Name}"/>
</p:tagLst>
</file>

<file path=ppt/tags/tag63.xml><?xml version="1.0" encoding="utf-8"?>
<p:tagLst xmlns:p="http://schemas.openxmlformats.org/presentationml/2006/main">
  <p:tag name="THINKCELLSHAPEDONOTDELETE" val="thinkcellActiveDocDoNotDelete"/>
</p:tagLst>
</file>

<file path=ppt/tags/tag64.xml><?xml version="1.0" encoding="utf-8"?>
<p:tagLst xmlns:p="http://schemas.openxmlformats.org/presentationml/2006/main">
  <p:tag name="EE4P_MASTERWIZARD" val="TitleAndEndImages"/>
</p:tagLst>
</file>

<file path=ppt/tags/tag65.xml><?xml version="1.0" encoding="utf-8"?>
<p:tagLst xmlns:p="http://schemas.openxmlformats.org/presentationml/2006/main">
  <p:tag name="EE4P_MASTERWIZARD" val="TitleAndEndLogos"/>
</p:tagLst>
</file>

<file path=ppt/tags/tag66.xml><?xml version="1.0" encoding="utf-8"?>
<p:tagLst xmlns:p="http://schemas.openxmlformats.org/presentationml/2006/main">
  <p:tag name="EE4P_INTELLIGENT_ELEMENT" val="{Name}"/>
</p:tagLst>
</file>

<file path=ppt/tags/tag67.xml><?xml version="1.0" encoding="utf-8"?>
<p:tagLst xmlns:p="http://schemas.openxmlformats.org/presentationml/2006/main">
  <p:tag name="THINKCELLSHAPEDONOTDELETE" val="thinkcellActiveDocDoNotDelete"/>
</p:tagLst>
</file>

<file path=ppt/tags/tag68.xml><?xml version="1.0" encoding="utf-8"?>
<p:tagLst xmlns:p="http://schemas.openxmlformats.org/presentationml/2006/main">
  <p:tag name="EE4P_AGENDAWIZARD" val="element"/>
  <p:tag name="EE4P_AGENDAWIZARD_CONTENT" val="/DATE"/>
  <p:tag name="EE4P_AGENDAWIZARD_PROPERTIES" val="197.597/369.3848/123.634/115.6044"/>
</p:tagLst>
</file>

<file path=ppt/tags/tag69.xml><?xml version="1.0" encoding="utf-8"?>
<p:tagLst xmlns:p="http://schemas.openxmlformats.org/presentationml/2006/main">
  <p:tag name="THINKCELLSHAPEDONOTDELETE" val="thinkcellActiveDocDoNotDelete"/>
</p:tagLst>
</file>

<file path=ppt/tags/tag70.xml><?xml version="1.0" encoding="utf-8"?>
<p:tagLst xmlns:p="http://schemas.openxmlformats.org/presentationml/2006/main">
  <p:tag name="THINKCELLSHAPEDONOTDELETE" val="thinkcellActiveDocDoNotDelete"/>
</p:tagLst>
</file>

<file path=ppt/tags/tag71.xml><?xml version="1.0" encoding="utf-8"?>
<p:tagLst xmlns:p="http://schemas.openxmlformats.org/presentationml/2006/main">
  <p:tag name="THINKCELLSHAPEDONOTDELETE" val="thinkcellActiveDocDoNotDelete"/>
</p:tagLst>
</file>

<file path=ppt/tags/tag72.xml><?xml version="1.0" encoding="utf-8"?>
<p:tagLst xmlns:p="http://schemas.openxmlformats.org/presentationml/2006/main">
  <p:tag name="EE4P_INTELLIGENT_ELEMENT" val="{Name}"/>
</p:tagLst>
</file>

<file path=ppt/tags/tag73.xml><?xml version="1.0" encoding="utf-8"?>
<p:tagLst xmlns:p="http://schemas.openxmlformats.org/presentationml/2006/main">
  <p:tag name="THINKCELLSHAPEDONOTDELETE" val="thinkcellActiveDocDoNotDelete"/>
</p:tagLst>
</file>

<file path=ppt/tags/tag74.xml><?xml version="1.0" encoding="utf-8"?>
<p:tagLst xmlns:p="http://schemas.openxmlformats.org/presentationml/2006/main">
  <p:tag name="EE4P_AGENDAWIZARD" val="element"/>
  <p:tag name="EE4P_AGENDAWIZARD_CONTENT" val="/DATE"/>
  <p:tag name="EE4P_AGENDAWIZARD_PROPERTIES" val="197.597/369.3848/123.634/115.6044"/>
</p:tagLst>
</file>

<file path=ppt/tags/tag75.xml><?xml version="1.0" encoding="utf-8"?>
<p:tagLst xmlns:p="http://schemas.openxmlformats.org/presentationml/2006/main">
  <p:tag name="THINKCELLSHAPEDONOTDELETE" val="thinkcellActiveDocDoNotDelete"/>
</p:tagLst>
</file>

<file path=ppt/tags/tag76.xml><?xml version="1.0" encoding="utf-8"?>
<p:tagLst xmlns:p="http://schemas.openxmlformats.org/presentationml/2006/main">
  <p:tag name="THINKCELLSHAPEDONOTDELETE" val="thinkcellActiveDocDoNotDelete"/>
</p:tagLst>
</file>

<file path=ppt/tags/tag77.xml><?xml version="1.0" encoding="utf-8"?>
<p:tagLst xmlns:p="http://schemas.openxmlformats.org/presentationml/2006/main">
  <p:tag name="THINKCELLSHAPEDONOTDELETE" val="thinkcellActiveDocDoNotDelete"/>
</p:tagLst>
</file>

<file path=ppt/tags/tag78.xml><?xml version="1.0" encoding="utf-8"?>
<p:tagLst xmlns:p="http://schemas.openxmlformats.org/presentationml/2006/main">
  <p:tag name="EE4P_INTELLIGENT_ELEMENT" val="{Name}"/>
</p:tagLst>
</file>

<file path=ppt/tags/tag79.xml><?xml version="1.0" encoding="utf-8"?>
<p:tagLst xmlns:p="http://schemas.openxmlformats.org/presentationml/2006/main">
  <p:tag name="THINKCELLSHAPEDONOTDELETE" val="thinkcellActiveDocDoNotDelete"/>
</p:tagLst>
</file>

<file path=ppt/tags/tag80.xml><?xml version="1.0" encoding="utf-8"?>
<p:tagLst xmlns:p="http://schemas.openxmlformats.org/presentationml/2006/main">
  <p:tag name="THINKCELLSHAPEDONOTDELETE" val="thinkcellActiveDocDoNotDelete"/>
</p:tagLst>
</file>

<file path=ppt/tags/tag81.xml><?xml version="1.0" encoding="utf-8"?>
<p:tagLst xmlns:p="http://schemas.openxmlformats.org/presentationml/2006/main">
  <p:tag name="THINKCELLSHAPEDONOTDELETE" val="thinkcellActiveDocDoNotDelete"/>
</p:tagLst>
</file>

<file path=ppt/tags/tag82.xml><?xml version="1.0" encoding="utf-8"?>
<p:tagLst xmlns:p="http://schemas.openxmlformats.org/presentationml/2006/main">
  <p:tag name="KSO_WM_DIAGRAM_VIRTUALLY_FRAME" val="{&quot;height&quot;:244.46370078740156,&quot;left&quot;:54.79992125984252,&quot;top&quot;:125.99125984251968,&quot;width&quot;:751.6207086614174}"/>
</p:tagLst>
</file>

<file path=ppt/tags/tag83.xml><?xml version="1.0" encoding="utf-8"?>
<p:tagLst xmlns:p="http://schemas.openxmlformats.org/presentationml/2006/main">
  <p:tag name="THINKCELLSHAPEDONOTDELETE" val="thinkcellActiveDocDoNotDelete"/>
</p:tagLst>
</file>

<file path=ppt/tags/tag84.xml><?xml version="1.0" encoding="utf-8"?>
<p:tagLst xmlns:p="http://schemas.openxmlformats.org/presentationml/2006/main">
  <p:tag name="THINKCELLSHAPEDONOTDELETE" val="t4RGjgtUESheJieGFcsjDRQ"/>
</p:tagLst>
</file>

<file path=ppt/tags/tag85.xml><?xml version="1.0" encoding="utf-8"?>
<p:tagLst xmlns:p="http://schemas.openxmlformats.org/presentationml/2006/main">
  <p:tag name="KSO_WM_DIAGRAM_VIRTUALLY_FRAME" val="{&quot;height&quot;:244.46370078740156,&quot;left&quot;:54.79992125984252,&quot;top&quot;:125.99125984251968,&quot;width&quot;:751.6207086614174}"/>
</p:tagLst>
</file>

<file path=ppt/tags/tag86.xml><?xml version="1.0" encoding="utf-8"?>
<p:tagLst xmlns:p="http://schemas.openxmlformats.org/presentationml/2006/main">
  <p:tag name="KSO_WM_DIAGRAM_VIRTUALLY_FRAME" val="{&quot;height&quot;:244.46370078740156,&quot;left&quot;:54.79992125984252,&quot;top&quot;:125.99125984251968,&quot;width&quot;:751.6207086614174}"/>
</p:tagLst>
</file>

<file path=ppt/tags/tag87.xml><?xml version="1.0" encoding="utf-8"?>
<p:tagLst xmlns:p="http://schemas.openxmlformats.org/presentationml/2006/main">
  <p:tag name="KSO_WM_DIAGRAM_VIRTUALLY_FRAME" val="{&quot;height&quot;:244.46370078740156,&quot;left&quot;:54.79992125984252,&quot;top&quot;:125.99125984251968,&quot;width&quot;:751.6207086614174}"/>
</p:tagLst>
</file>

<file path=ppt/tags/tag88.xml><?xml version="1.0" encoding="utf-8"?>
<p:tagLst xmlns:p="http://schemas.openxmlformats.org/presentationml/2006/main">
  <p:tag name="KSO_WM_DIAGRAM_VIRTUALLY_FRAME" val="{&quot;height&quot;:244.46370078740156,&quot;left&quot;:54.79992125984252,&quot;top&quot;:125.99125984251968,&quot;width&quot;:751.6207086614174}"/>
</p:tagLst>
</file>

<file path=ppt/tags/tag89.xml><?xml version="1.0" encoding="utf-8"?>
<p:tagLst xmlns:p="http://schemas.openxmlformats.org/presentationml/2006/main">
  <p:tag name="KSO_WM_DIAGRAM_VIRTUALLY_FRAME" val="{&quot;height&quot;:244.46370078740156,&quot;left&quot;:54.79992125984252,&quot;top&quot;:125.99125984251968,&quot;width&quot;:751.6207086614174}"/>
</p:tagLst>
</file>

<file path=ppt/tags/tag93.xml><?xml version="1.0" encoding="utf-8"?>
<p:tagLst xmlns:p="http://schemas.openxmlformats.org/presentationml/2006/main">
  <p:tag name="EE4P_STYLE_ID" val="39dcc26a-7131-49f4-a9eb-1c0521500c03"/>
  <p:tag name="THINKCELLPRESENTATIONDONOTDELETE" val="&lt;?xml version=&quot;1.0&quot; encoding=&quot;UTF-16&quot; standalone=&quot;yes&quot;?&gt;&lt;root reqver=&quot;23045&quot;&gt;&lt;version val=&quot;24188&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Year&gt;&lt;m_yearfmt&gt;&lt;begin val=&quot;0&quot;/&gt;&lt;end val=&quot;4&quot;/&gt;&lt;/m_yearfmt&gt;&lt;/m_precDefaultYear&gt;&lt;m_precDefaultQuarter&gt;&lt;m_yearfmt&gt;&lt;begin val=&quot;0&quot;/&gt;&lt;end val=&quot;4&quot;/&gt;&lt;/m_yearfmt&gt;&lt;/m_precDefaultQuarter&gt;&lt;m_precDefaultMonth&gt;&lt;m_yearfmt&gt;&lt;begin val=&quot;0&quot;/&gt;&lt;end val=&quot;4&quot;/&gt;&lt;/m_yearfmt&gt;&lt;/m_precDefaultMonth&gt;&lt;m_precDefaultWeek&gt;&lt;m_yearfmt&gt;&lt;begin val=&quot;0&quot;/&gt;&lt;end val=&quot;4&quot;/&gt;&lt;/m_yearfmt&gt;&lt;/m_precDefaultWeek&gt;&lt;m_precDefaultDay&gt;&lt;m_yearfmt&gt;&lt;begin val=&quot;0&quot;/&gt;&lt;end val=&quot;4&quot;/&gt;&lt;/m_yearfmt&gt;&lt;/m_precDefaultDay&gt;&lt;m_mruColor&gt;&lt;m_vecMRU length=&quot;0&quot;/&gt;&lt;/m_mruColor&gt;&lt;m_eweekdayFirstOfWeek val=&quot;1&quot;/&gt;&lt;m_eweekdayFirstOfWorkweek val=&quot;2&quot;/&gt;&lt;m_eweekdayFirstOfWeekend val=&quot;7&quot;/&gt;&lt;/CPresentation&gt;&lt;/root&gt;"/>
  <p:tag name="EE4P_MASTERWIZARD_DRAFT" val="0"/>
  <p:tag name="EE4P_LANGUAGE_ID" val="1033"/>
  <p:tag name="EE4P_MASTERWIZARD_MARGINS" val="0"/>
  <p:tag name="THINKCELLUNDODONOTDELETE" val="0"/>
</p:tagLst>
</file>

<file path=ppt/theme/theme1.xml><?xml version="1.0" encoding="utf-8"?>
<a:theme xmlns:a="http://schemas.openxmlformats.org/drawingml/2006/main" name="BCG Grid 16:9">
  <a:themeElements>
    <a:clrScheme name="The Boston Consulting Group">
      <a:dk1>
        <a:srgbClr val="575757"/>
      </a:dk1>
      <a:lt1>
        <a:sysClr val="window" lastClr="FFFFFF"/>
      </a:lt1>
      <a:dk2>
        <a:srgbClr val="29BA74"/>
      </a:dk2>
      <a:lt2>
        <a:srgbClr val="F2F2F2"/>
      </a:lt2>
      <a:accent1>
        <a:srgbClr val="03522D"/>
      </a:accent1>
      <a:accent2>
        <a:srgbClr val="197A56"/>
      </a:accent2>
      <a:accent3>
        <a:srgbClr val="D4DF33"/>
      </a:accent3>
      <a:accent4>
        <a:srgbClr val="3EAD92"/>
      </a:accent4>
      <a:accent5>
        <a:srgbClr val="6E6F73"/>
      </a:accent5>
      <a:accent6>
        <a:srgbClr val="295E7E"/>
      </a:accent6>
      <a:hlink>
        <a:srgbClr val="2E3558"/>
      </a:hlink>
      <a:folHlink>
        <a:srgbClr val="2E3558"/>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29BA74"/>
        </a:solidFill>
        <a:ln w="9525" cap="rnd" cmpd="sng" algn="ctr">
          <a:solidFill>
            <a:srgbClr val="29BA74"/>
          </a:solidFill>
          <a:prstDash val="solid"/>
          <a:round/>
          <a:headEnd type="none" w="med" len="med"/>
          <a:tailEnd type="none" w="med" len="med"/>
        </a:ln>
      </a:spPr>
      <a:bodyPr rot="0" spcFirstLastPara="0" vertOverflow="overflow" horzOverflow="overflow" vert="horz" wrap="square" lIns="91440" tIns="45720" rIns="91440" bIns="45720" numCol="1" spcCol="0" rtlCol="0" fromWordArt="0" anchor="ctr" anchorCtr="0" forceAA="0" compatLnSpc="1">
        <a:noAutofit/>
      </a:bodyPr>
      <a:lstStyle>
        <a:defPPr algn="ctr">
          <a:defRPr sz="1200" dirty="0" smtClean="0">
            <a:solidFill>
              <a:srgbClr val="FFFFFF"/>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cap="rnd">
          <a:solidFill>
            <a:schemeClr val="tx1">
              <a:lumMod val="60000"/>
              <a:lumOff val="40000"/>
            </a:schemeClr>
          </a:solidFill>
          <a:prstDash val="solid"/>
          <a:round/>
        </a:ln>
      </a:spPr>
      <a:bodyPr/>
      <a:lstStyle/>
      <a:style>
        <a:lnRef idx="1">
          <a:schemeClr val="accent1"/>
        </a:lnRef>
        <a:fillRef idx="0">
          <a:schemeClr val="accent1"/>
        </a:fillRef>
        <a:effectRef idx="0">
          <a:schemeClr val="accent1"/>
        </a:effectRef>
        <a:fontRef idx="minor">
          <a:schemeClr val="tx1"/>
        </a:fontRef>
      </a:style>
    </a:lnDef>
    <a:txDef>
      <a:spPr>
        <a:noFill/>
        <a:ln w="9525" cap="rnd">
          <a:noFill/>
          <a:prstDash val="solid"/>
          <a:round/>
        </a:ln>
      </a:spPr>
      <a:bodyPr rot="0" spcFirstLastPara="0" vertOverflow="overflow" horzOverflow="overflow" vert="horz" wrap="none" lIns="91440" tIns="45720" rIns="91440" bIns="45720" numCol="1" spcCol="0" rtlCol="0" fromWordArt="0" anchor="ctr" anchorCtr="0" forceAA="0" compatLnSpc="1">
        <a:noAutofit/>
      </a:bodyPr>
      <a:lstStyle>
        <a:defPPr algn="ctr">
          <a:defRPr dirty="0" err="1" smtClean="0">
            <a:solidFill>
              <a:srgbClr val="575757"/>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custClrLst>
    <a:custClr name="Custom Color">
      <a:srgbClr val="37373A"/>
    </a:custClr>
    <a:custClr name="Custom Color">
      <a:srgbClr val="2E3558"/>
    </a:custClr>
    <a:custClr name="Custom Color">
      <a:srgbClr val="30C1D7"/>
    </a:custClr>
    <a:custClr name="Custom Color">
      <a:srgbClr val="670F31"/>
    </a:custClr>
    <a:custClr name="Custom Color">
      <a:srgbClr val="E71C57"/>
    </a:custClr>
  </a:custClr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BCG 2015">
      <a:dk1>
        <a:srgbClr val="6E6F73"/>
      </a:dk1>
      <a:lt1>
        <a:sysClr val="window" lastClr="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E3558"/>
      </a:hlink>
      <a:folHlink>
        <a:srgbClr val="670F31"/>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BCG Colors 2015">
      <a:dk1>
        <a:srgbClr val="6E6F73"/>
      </a:dk1>
      <a:lt1>
        <a:sysClr val="window" lastClr="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FC77E"/>
      </a:hlink>
      <a:folHlink>
        <a:srgbClr val="03522D"/>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90.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91.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92.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Reader xmlns="0991f213-3730-40e2-91ec-6de05b6aabb5" xsi:nil="true"/>
    <Region xmlns="0991f213-3730-40e2-91ec-6de05b6aabb5" xsi:nil="true"/>
    <Rec_x002f_Can xmlns="0991f213-3730-40e2-91ec-6de05b6aabb5" xsi:nil="true"/>
    <_ip_UnifiedCompliancePolicyProperties xmlns="http://schemas.microsoft.com/sharepoint/v3" xsi:nil="true"/>
    <TaxCatchAll xmlns="36d2b8e5-71dc-415e-89f3-3c8649eed760" xsi:nil="true"/>
    <lcf76f155ced4ddcb4097134ff3c332f xmlns="0991f213-3730-40e2-91ec-6de05b6aabb5">
      <Terms xmlns="http://schemas.microsoft.com/office/infopath/2007/PartnerControls"/>
    </lcf76f155ced4ddcb4097134ff3c332f>
    <Level xmlns="0991f213-3730-40e2-91ec-6de05b6aabb5" xsi:nil="true"/>
    <_Flow_SignoffStatus xmlns="0991f213-3730-40e2-91ec-6de05b6aabb5" xsi:nil="true"/>
    <Insights xmlns="0991f213-3730-40e2-91ec-6de05b6aabb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317974F467E37438C146AD78195A289" ma:contentTypeVersion="27" ma:contentTypeDescription="Create a new document." ma:contentTypeScope="" ma:versionID="e03602932086b18a40c6e416cb2a7f69">
  <xsd:schema xmlns:xsd="http://www.w3.org/2001/XMLSchema" xmlns:xs="http://www.w3.org/2001/XMLSchema" xmlns:p="http://schemas.microsoft.com/office/2006/metadata/properties" xmlns:ns1="http://schemas.microsoft.com/sharepoint/v3" xmlns:ns2="0991f213-3730-40e2-91ec-6de05b6aabb5" xmlns:ns3="36d2b8e5-71dc-415e-89f3-3c8649eed760" targetNamespace="http://schemas.microsoft.com/office/2006/metadata/properties" ma:root="true" ma:fieldsID="3833a751b348f4aa5ccc35fecd3b1d1f" ns1:_="" ns2:_="" ns3:_="">
    <xsd:import namespace="http://schemas.microsoft.com/sharepoint/v3"/>
    <xsd:import namespace="0991f213-3730-40e2-91ec-6de05b6aabb5"/>
    <xsd:import namespace="36d2b8e5-71dc-415e-89f3-3c8649eed760"/>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AutoKeyPoints" minOccurs="0"/>
                <xsd:element ref="ns2:MediaServiceKeyPoints" minOccurs="0"/>
                <xsd:element ref="ns2:lcf76f155ced4ddcb4097134ff3c332f" minOccurs="0"/>
                <xsd:element ref="ns3:TaxCatchAll" minOccurs="0"/>
                <xsd:element ref="ns2:MediaServiceLocation" minOccurs="0"/>
                <xsd:element ref="ns2:MediaServiceGenerationTime" minOccurs="0"/>
                <xsd:element ref="ns2:MediaServiceEventHashCode" minOccurs="0"/>
                <xsd:element ref="ns2:MediaServiceOCR" minOccurs="0"/>
                <xsd:element ref="ns3:SharedWithUsers" minOccurs="0"/>
                <xsd:element ref="ns3:SharedWithDetails" minOccurs="0"/>
                <xsd:element ref="ns2:Reader" minOccurs="0"/>
                <xsd:element ref="ns2:Level" minOccurs="0"/>
                <xsd:element ref="ns2:Region" minOccurs="0"/>
                <xsd:element ref="ns2:Insights" minOccurs="0"/>
                <xsd:element ref="ns2:Rec_x002f_Can" minOccurs="0"/>
                <xsd:element ref="ns1:_ip_UnifiedCompliancePolicyProperties" minOccurs="0"/>
                <xsd:element ref="ns1:_ip_UnifiedCompliancePolicyUIAction" minOccurs="0"/>
                <xsd:element ref="ns2:_Flow_SignoffStatus"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8" nillable="true" ma:displayName="Unified Compliance Policy Properties" ma:hidden="true" ma:internalName="_ip_UnifiedCompliancePolicyProperties">
      <xsd:simpleType>
        <xsd:restriction base="dms:Note"/>
      </xsd:simpleType>
    </xsd:element>
    <xsd:element name="_ip_UnifiedCompliancePolicyUIAction" ma:index="29"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991f213-3730-40e2-91ec-6de05b6aabb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c1edaf98-933d-48b7-9af8-6bdbb703d060" ma:termSetId="09814cd3-568e-fe90-9814-8d621ff8fb84" ma:anchorId="fba54fb3-c3e1-fe81-a776-ca4b69148c4d" ma:open="true" ma:isKeyword="false">
      <xsd:complexType>
        <xsd:sequence>
          <xsd:element ref="pc:Terms" minOccurs="0" maxOccurs="1"/>
        </xsd:sequence>
      </xsd:complexType>
    </xsd:element>
    <xsd:element name="MediaServiceLocation" ma:index="17" nillable="true" ma:displayName="Location" ma:internalName="MediaServiceLocation"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Reader" ma:index="23" nillable="true" ma:displayName="Reader" ma:description="Who from Design team has / wants to read this item" ma:format="Dropdown" ma:internalName="Reader">
      <xsd:simpleType>
        <xsd:restriction base="dms:Text">
          <xsd:maxLength value="255"/>
        </xsd:restriction>
      </xsd:simpleType>
    </xsd:element>
    <xsd:element name="Level" ma:index="24" nillable="true" ma:displayName="Level" ma:format="Dropdown" ma:internalName="Level">
      <xsd:simpleType>
        <xsd:restriction base="dms:Choice">
          <xsd:enumeration value="Campus"/>
          <xsd:enumeration value="Industry"/>
          <xsd:enumeration value="Exec"/>
          <xsd:enumeration value="other"/>
        </xsd:restriction>
      </xsd:simpleType>
    </xsd:element>
    <xsd:element name="Region" ma:index="25" nillable="true" ma:displayName="Region" ma:format="Dropdown" ma:internalName="Region">
      <xsd:simpleType>
        <xsd:restriction base="dms:Choice">
          <xsd:enumeration value="NAMR"/>
          <xsd:enumeration value="EMESA"/>
          <xsd:enumeration value="APAC"/>
          <xsd:enumeration value="Global"/>
        </xsd:restriction>
      </xsd:simpleType>
    </xsd:element>
    <xsd:element name="Insights" ma:index="26" nillable="true" ma:displayName="Insights" ma:description="A space to capture insights and highlights from the interview, to help us find sources if needed later." ma:format="Dropdown" ma:internalName="Insights">
      <xsd:simpleType>
        <xsd:restriction base="dms:Note">
          <xsd:maxLength value="255"/>
        </xsd:restriction>
      </xsd:simpleType>
    </xsd:element>
    <xsd:element name="Rec_x002f_Can" ma:index="27" nillable="true" ma:displayName="Rec / Can" ma:format="Dropdown" ma:internalName="Rec_x002f_Can">
      <xsd:simpleType>
        <xsd:restriction base="dms:Choice">
          <xsd:enumeration value="Recruiter"/>
          <xsd:enumeration value="Candidate"/>
        </xsd:restriction>
      </xsd:simpleType>
    </xsd:element>
    <xsd:element name="_Flow_SignoffStatus" ma:index="30" nillable="true" ma:displayName="Sign-off status" ma:internalName="Sign_x002d_off_x0020_status">
      <xsd:simpleType>
        <xsd:restriction base="dms:Text"/>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32" nillable="true" ma:displayName="MediaServiceSearchProperties" ma:hidden="true" ma:internalName="MediaServiceSearchPropertie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6d2b8e5-71dc-415e-89f3-3c8649eed760"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3f2f81cf-8db6-41f8-8a1e-7000546bd34b}" ma:internalName="TaxCatchAll" ma:showField="CatchAllData" ma:web="36d2b8e5-71dc-415e-89f3-3c8649eed760">
      <xsd:complexType>
        <xsd:complexContent>
          <xsd:extension base="dms:MultiChoiceLookup">
            <xsd:sequence>
              <xsd:element name="Value" type="dms:Lookup" maxOccurs="unbounded" minOccurs="0" nillable="true"/>
            </xsd:sequence>
          </xsd:extension>
        </xsd:complexContent>
      </xsd:complexType>
    </xsd:element>
    <xsd:element name="SharedWithUsers" ma:index="2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90.xml><?xml version="1.0" encoding="utf-8"?>
<ds:datastoreItem xmlns:ds="http://schemas.openxmlformats.org/officeDocument/2006/customXml" ds:itemID="{F0D9CDD6-302A-4910-894A-79BA7510E5E5}">
  <ds:schemaRefs/>
</ds:datastoreItem>
</file>

<file path=customXml/itemProps91.xml><?xml version="1.0" encoding="utf-8"?>
<ds:datastoreItem xmlns:ds="http://schemas.openxmlformats.org/officeDocument/2006/customXml" ds:itemID="{F2416FAC-37CA-4AF3-9A4A-9E56DF196B4D}">
  <ds:schemaRefs/>
</ds:datastoreItem>
</file>

<file path=customXml/itemProps92.xml><?xml version="1.0" encoding="utf-8"?>
<ds:datastoreItem xmlns:ds="http://schemas.openxmlformats.org/officeDocument/2006/customXml" ds:itemID="{9AFEDB00-AE08-4CC7-908B-138CC2F88845}">
  <ds:schemaRefs/>
</ds:datastoreItem>
</file>

<file path=docProps/app.xml><?xml version="1.0" encoding="utf-8"?>
<Properties xmlns="http://schemas.openxmlformats.org/officeDocument/2006/extended-properties" xmlns:vt="http://schemas.openxmlformats.org/officeDocument/2006/docPropsVTypes">
  <Template>BCG Grid 16:9</Template>
  <TotalTime>0</TotalTime>
  <Words>794</Words>
  <Application>WPS 演示</Application>
  <PresentationFormat>Widescreen</PresentationFormat>
  <Paragraphs>12</Paragraphs>
  <Slides>1</Slides>
  <Notes>0</Notes>
  <HiddenSlides>0</HiddenSlides>
  <MMClips>0</MMClips>
  <ScaleCrop>false</ScaleCrop>
  <HeadingPairs>
    <vt:vector size="10" baseType="variant">
      <vt:variant>
        <vt:lpstr>已用的字体</vt:lpstr>
      </vt:variant>
      <vt:variant>
        <vt:i4>6</vt:i4>
      </vt:variant>
      <vt:variant>
        <vt:lpstr>主题</vt:lpstr>
      </vt:variant>
      <vt:variant>
        <vt:i4>1</vt:i4>
      </vt:variant>
      <vt:variant>
        <vt:lpstr>嵌入 OLE 服务器</vt:lpstr>
      </vt:variant>
      <vt:variant>
        <vt:i4>20</vt:i4>
      </vt:variant>
      <vt:variant>
        <vt:lpstr>幻灯片标题</vt:lpstr>
      </vt:variant>
      <vt:variant>
        <vt:i4>1</vt:i4>
      </vt:variant>
      <vt:variant>
        <vt:lpstr>自定义放映</vt:lpstr>
      </vt:variant>
      <vt:variant>
        <vt:i4>1</vt:i4>
      </vt:variant>
    </vt:vector>
  </HeadingPairs>
  <TitlesOfParts>
    <vt:vector size="29" baseType="lpstr">
      <vt:lpstr>Arial</vt:lpstr>
      <vt:lpstr>宋体</vt:lpstr>
      <vt:lpstr>Wingdings</vt:lpstr>
      <vt:lpstr>Trebuchet MS</vt:lpstr>
      <vt:lpstr>微软雅黑</vt:lpstr>
      <vt:lpstr>Arial Unicode MS</vt:lpstr>
      <vt:lpstr>BCG Grid 16:9</vt:lpstr>
      <vt:lpstr>TCLayout.ActiveDocument.1</vt:lpstr>
      <vt:lpstr>TCLayout.ActiveDocument.1</vt:lpstr>
      <vt:lpstr>TCLayout.ActiveDocument.1</vt:lpstr>
      <vt:lpstr>TCLayout.ActiveDocument.1</vt:lpstr>
      <vt:lpstr>TCLayout.ActiveDocument.1</vt:lpstr>
      <vt:lpstr>TCLayout.ActiveDocument.1</vt:lpstr>
      <vt:lpstr>TCLayout.ActiveDocument.1</vt:lpstr>
      <vt:lpstr>TCLayout.ActiveDocument.1</vt:lpstr>
      <vt:lpstr>TCLayout.ActiveDocument.1</vt:lpstr>
      <vt:lpstr>TCLayout.ActiveDocument.1</vt:lpstr>
      <vt:lpstr>TCLayout.ActiveDocument.1</vt:lpstr>
      <vt:lpstr>TCLayout.ActiveDocument.1</vt:lpstr>
      <vt:lpstr>TCLayout.ActiveDocument.1</vt:lpstr>
      <vt:lpstr>TCLayout.ActiveDocument.1</vt:lpstr>
      <vt:lpstr>TCLayout.ActiveDocument.1</vt:lpstr>
      <vt:lpstr>TCLayout.ActiveDocument.1</vt:lpstr>
      <vt:lpstr>TCLayout.ActiveDocument.1</vt:lpstr>
      <vt:lpstr>TCLayout.ActiveDocument.1</vt:lpstr>
      <vt:lpstr>TCLayout.ActiveDocument.1</vt:lpstr>
      <vt:lpstr>TCLayout.ActiveDocument.1</vt:lpstr>
      <vt:lpstr>[Slide Title]</vt:lpstr>
      <vt:lpstr>Format Guide Workshop</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Scobee, Kyle</dc:creator>
  <cp:lastModifiedBy>WPS_1791428964</cp:lastModifiedBy>
  <cp:revision>9</cp:revision>
  <cp:lastPrinted>2016-04-06T18:59:00Z</cp:lastPrinted>
  <dcterms:created xsi:type="dcterms:W3CDTF">2025-04-28T17:07:00Z</dcterms:created>
  <dcterms:modified xsi:type="dcterms:W3CDTF">2026-10-23T03:16:51Z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Format Name">
    <vt:lpwstr>Grid Format</vt:lpwstr>
  </property>
  <property fmtid="{D5CDD505-2E9C-101B-9397-08002B2CF9AE}" pid="3" name="NXPowerLiteLastOptimized">
    <vt:lpwstr>488649</vt:lpwstr>
  </property>
  <property fmtid="{D5CDD505-2E9C-101B-9397-08002B2CF9AE}" pid="4" name="NXPowerLiteSettings">
    <vt:lpwstr>87000AA0054001</vt:lpwstr>
  </property>
  <property fmtid="{D5CDD505-2E9C-101B-9397-08002B2CF9AE}" pid="5" name="NXPowerLiteVersion">
    <vt:lpwstr>D7.1.8</vt:lpwstr>
  </property>
  <property fmtid="{D5CDD505-2E9C-101B-9397-08002B2CF9AE}" pid="6" name="Template Name">
    <vt:lpwstr>16x9</vt:lpwstr>
  </property>
  <property fmtid="{D5CDD505-2E9C-101B-9397-08002B2CF9AE}" pid="7" name="MSIP_Label_b0d5c4f4-7a29-4385-b7a5-afbe2154ae6f_Enabled">
    <vt:lpwstr>true</vt:lpwstr>
  </property>
  <property fmtid="{D5CDD505-2E9C-101B-9397-08002B2CF9AE}" pid="8" name="MSIP_Label_b0d5c4f4-7a29-4385-b7a5-afbe2154ae6f_SetDate">
    <vt:lpwstr>2025-04-28T17:07:45Z</vt:lpwstr>
  </property>
  <property fmtid="{D5CDD505-2E9C-101B-9397-08002B2CF9AE}" pid="9" name="MSIP_Label_b0d5c4f4-7a29-4385-b7a5-afbe2154ae6f_Method">
    <vt:lpwstr>Standard</vt:lpwstr>
  </property>
  <property fmtid="{D5CDD505-2E9C-101B-9397-08002B2CF9AE}" pid="10" name="MSIP_Label_b0d5c4f4-7a29-4385-b7a5-afbe2154ae6f_Name">
    <vt:lpwstr>Confidential</vt:lpwstr>
  </property>
  <property fmtid="{D5CDD505-2E9C-101B-9397-08002B2CF9AE}" pid="11" name="MSIP_Label_b0d5c4f4-7a29-4385-b7a5-afbe2154ae6f_SiteId">
    <vt:lpwstr>2dfb2f0b-4d21-4268-9559-72926144c918</vt:lpwstr>
  </property>
  <property fmtid="{D5CDD505-2E9C-101B-9397-08002B2CF9AE}" pid="12" name="MSIP_Label_b0d5c4f4-7a29-4385-b7a5-afbe2154ae6f_ActionId">
    <vt:lpwstr>f2528353-4ad6-4815-81e0-0b5048609e13</vt:lpwstr>
  </property>
  <property fmtid="{D5CDD505-2E9C-101B-9397-08002B2CF9AE}" pid="13" name="MSIP_Label_b0d5c4f4-7a29-4385-b7a5-afbe2154ae6f_ContentBits">
    <vt:lpwstr>0</vt:lpwstr>
  </property>
  <property fmtid="{D5CDD505-2E9C-101B-9397-08002B2CF9AE}" pid="14" name="MSIP_Label_b0d5c4f4-7a29-4385-b7a5-afbe2154ae6f_Tag">
    <vt:lpwstr>50, 3, 0, 1</vt:lpwstr>
  </property>
  <property fmtid="{D5CDD505-2E9C-101B-9397-08002B2CF9AE}" pid="15" name="ContentTypeId">
    <vt:lpwstr>0x0101008317974F467E37438C146AD78195A289</vt:lpwstr>
  </property>
  <property fmtid="{D5CDD505-2E9C-101B-9397-08002B2CF9AE}" pid="16" name="KSOProductBuildVer">
    <vt:lpwstr>2052-12.1.0.29161</vt:lpwstr>
  </property>
  <property fmtid="{D5CDD505-2E9C-101B-9397-08002B2CF9AE}" pid="17" name="ICV">
    <vt:lpwstr>71332661FB994CF99A91E3D2437DCBDD_12</vt:lpwstr>
  </property>
</Properties>
</file>